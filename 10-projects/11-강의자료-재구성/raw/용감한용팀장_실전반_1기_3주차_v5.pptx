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63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64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265" r:id="rId43"/>
    <p:sldId id="266" r:id="rId44"/>
    <p:sldId id="300" r:id="rId45"/>
    <p:sldId id="301" r:id="rId46"/>
    <p:sldId id="302" r:id="rId47"/>
    <p:sldId id="303" r:id="rId48"/>
    <p:sldId id="306" r:id="rId49"/>
    <p:sldId id="308" r:id="rId50"/>
    <p:sldId id="309" r:id="rId5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2130"/>
    <a:srgbClr val="1416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630BA9-FA84-4F1A-84A4-12FF6DBF1788}" v="3" dt="2026-06-26T14:26:35.263"/>
    <p1510:client id="{662297DB-3009-49BD-A33A-F9324C99E058}" v="30" vWet="31" dt="2026-06-26T07:40:42.023"/>
    <p1510:client id="{AE320EE3-6629-4F24-A303-5A7952CCAB20}" v="3" dt="2026-06-26T04:49:33.600"/>
    <p1510:client id="{B40A4064-3035-46EB-A17E-8A3129D30366}" v="2" dt="2026-06-26T14:07:21.8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용 최" userId="1589a7fea772e98f" providerId="LiveId" clId="{2278AE4D-1D9B-403D-98CE-CD0A01F10ABE}"/>
    <pc:docChg chg="undo custSel delSld modSld">
      <pc:chgData name="용 최" userId="1589a7fea772e98f" providerId="LiveId" clId="{2278AE4D-1D9B-403D-98CE-CD0A01F10ABE}" dt="2026-06-26T14:33:38.695" v="1027" actId="20577"/>
      <pc:docMkLst>
        <pc:docMk/>
      </pc:docMkLst>
      <pc:sldChg chg="modSp mod">
        <pc:chgData name="용 최" userId="1589a7fea772e98f" providerId="LiveId" clId="{2278AE4D-1D9B-403D-98CE-CD0A01F10ABE}" dt="2026-06-26T04:37:50.202" v="95" actId="20577"/>
        <pc:sldMkLst>
          <pc:docMk/>
          <pc:sldMk cId="0" sldId="261"/>
        </pc:sldMkLst>
        <pc:spChg chg="mod">
          <ac:chgData name="용 최" userId="1589a7fea772e98f" providerId="LiveId" clId="{2278AE4D-1D9B-403D-98CE-CD0A01F10ABE}" dt="2026-06-26T04:37:50.202" v="95" actId="20577"/>
          <ac:spMkLst>
            <pc:docMk/>
            <pc:sldMk cId="0" sldId="261"/>
            <ac:spMk id="12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04:38:14.730" v="120" actId="20577"/>
        <pc:sldMkLst>
          <pc:docMk/>
          <pc:sldMk cId="0" sldId="262"/>
        </pc:sldMkLst>
        <pc:spChg chg="mod">
          <ac:chgData name="용 최" userId="1589a7fea772e98f" providerId="LiveId" clId="{2278AE4D-1D9B-403D-98CE-CD0A01F10ABE}" dt="2026-06-26T04:38:14.730" v="120" actId="20577"/>
          <ac:spMkLst>
            <pc:docMk/>
            <pc:sldMk cId="0" sldId="262"/>
            <ac:spMk id="12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12:35:16.687" v="307" actId="20577"/>
        <pc:sldMkLst>
          <pc:docMk/>
          <pc:sldMk cId="0" sldId="264"/>
        </pc:sldMkLst>
        <pc:spChg chg="mod">
          <ac:chgData name="용 최" userId="1589a7fea772e98f" providerId="LiveId" clId="{2278AE4D-1D9B-403D-98CE-CD0A01F10ABE}" dt="2026-06-26T12:35:16.687" v="307" actId="20577"/>
          <ac:spMkLst>
            <pc:docMk/>
            <pc:sldMk cId="0" sldId="264"/>
            <ac:spMk id="12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14:04:07.152" v="518" actId="14100"/>
        <pc:sldMkLst>
          <pc:docMk/>
          <pc:sldMk cId="0" sldId="265"/>
        </pc:sldMkLst>
        <pc:spChg chg="mod">
          <ac:chgData name="용 최" userId="1589a7fea772e98f" providerId="LiveId" clId="{2278AE4D-1D9B-403D-98CE-CD0A01F10ABE}" dt="2026-06-26T14:04:07.152" v="518" actId="14100"/>
          <ac:spMkLst>
            <pc:docMk/>
            <pc:sldMk cId="0" sldId="265"/>
            <ac:spMk id="12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14:05:06.057" v="558" actId="6549"/>
        <pc:sldMkLst>
          <pc:docMk/>
          <pc:sldMk cId="0" sldId="266"/>
        </pc:sldMkLst>
        <pc:spChg chg="mod">
          <ac:chgData name="용 최" userId="1589a7fea772e98f" providerId="LiveId" clId="{2278AE4D-1D9B-403D-98CE-CD0A01F10ABE}" dt="2026-06-26T14:05:06.057" v="558" actId="6549"/>
          <ac:spMkLst>
            <pc:docMk/>
            <pc:sldMk cId="0" sldId="266"/>
            <ac:spMk id="12" creationId="{00000000-0000-0000-0000-000000000000}"/>
          </ac:spMkLst>
        </pc:spChg>
      </pc:sldChg>
      <pc:sldChg chg="modSp del mod">
        <pc:chgData name="용 최" userId="1589a7fea772e98f" providerId="LiveId" clId="{2278AE4D-1D9B-403D-98CE-CD0A01F10ABE}" dt="2026-06-26T14:24:57.863" v="668" actId="47"/>
        <pc:sldMkLst>
          <pc:docMk/>
          <pc:sldMk cId="0" sldId="267"/>
        </pc:sldMkLst>
        <pc:spChg chg="mod">
          <ac:chgData name="용 최" userId="1589a7fea772e98f" providerId="LiveId" clId="{2278AE4D-1D9B-403D-98CE-CD0A01F10ABE}" dt="2026-06-26T14:24:39.281" v="667"/>
          <ac:spMkLst>
            <pc:docMk/>
            <pc:sldMk cId="0" sldId="267"/>
            <ac:spMk id="4" creationId="{00000000-0000-0000-0000-000000000000}"/>
          </ac:spMkLst>
        </pc:spChg>
        <pc:spChg chg="mod">
          <ac:chgData name="용 최" userId="1589a7fea772e98f" providerId="LiveId" clId="{2278AE4D-1D9B-403D-98CE-CD0A01F10ABE}" dt="2026-06-26T14:07:46.028" v="660" actId="14100"/>
          <ac:spMkLst>
            <pc:docMk/>
            <pc:sldMk cId="0" sldId="267"/>
            <ac:spMk id="12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04:40:09.416" v="133" actId="207"/>
        <pc:sldMkLst>
          <pc:docMk/>
          <pc:sldMk cId="0" sldId="269"/>
        </pc:sldMkLst>
        <pc:spChg chg="mod">
          <ac:chgData name="용 최" userId="1589a7fea772e98f" providerId="LiveId" clId="{2278AE4D-1D9B-403D-98CE-CD0A01F10ABE}" dt="2026-06-26T04:39:35.501" v="123" actId="207"/>
          <ac:spMkLst>
            <pc:docMk/>
            <pc:sldMk cId="0" sldId="269"/>
            <ac:spMk id="3" creationId="{00000000-0000-0000-0000-000000000000}"/>
          </ac:spMkLst>
        </pc:spChg>
        <pc:spChg chg="mod">
          <ac:chgData name="용 최" userId="1589a7fea772e98f" providerId="LiveId" clId="{2278AE4D-1D9B-403D-98CE-CD0A01F10ABE}" dt="2026-06-26T04:40:09.416" v="133" actId="207"/>
          <ac:spMkLst>
            <pc:docMk/>
            <pc:sldMk cId="0" sldId="269"/>
            <ac:spMk id="4" creationId="{00000000-0000-0000-0000-000000000000}"/>
          </ac:spMkLst>
        </pc:spChg>
        <pc:spChg chg="mod">
          <ac:chgData name="용 최" userId="1589a7fea772e98f" providerId="LiveId" clId="{2278AE4D-1D9B-403D-98CE-CD0A01F10ABE}" dt="2026-06-26T04:39:29.476" v="122" actId="207"/>
          <ac:spMkLst>
            <pc:docMk/>
            <pc:sldMk cId="0" sldId="269"/>
            <ac:spMk id="5" creationId="{00000000-0000-0000-0000-000000000000}"/>
          </ac:spMkLst>
        </pc:spChg>
        <pc:spChg chg="mod">
          <ac:chgData name="용 최" userId="1589a7fea772e98f" providerId="LiveId" clId="{2278AE4D-1D9B-403D-98CE-CD0A01F10ABE}" dt="2026-06-26T04:39:39.057" v="124" actId="207"/>
          <ac:spMkLst>
            <pc:docMk/>
            <pc:sldMk cId="0" sldId="269"/>
            <ac:spMk id="10" creationId="{00000000-0000-0000-0000-000000000000}"/>
          </ac:spMkLst>
        </pc:spChg>
        <pc:spChg chg="mod">
          <ac:chgData name="용 최" userId="1589a7fea772e98f" providerId="LiveId" clId="{2278AE4D-1D9B-403D-98CE-CD0A01F10ABE}" dt="2026-06-26T04:40:04.144" v="130" actId="207"/>
          <ac:spMkLst>
            <pc:docMk/>
            <pc:sldMk cId="0" sldId="269"/>
            <ac:spMk id="11" creationId="{00000000-0000-0000-0000-000000000000}"/>
          </ac:spMkLst>
        </pc:spChg>
        <pc:spChg chg="mod">
          <ac:chgData name="용 최" userId="1589a7fea772e98f" providerId="LiveId" clId="{2278AE4D-1D9B-403D-98CE-CD0A01F10ABE}" dt="2026-06-26T04:39:29.476" v="122" actId="207"/>
          <ac:spMkLst>
            <pc:docMk/>
            <pc:sldMk cId="0" sldId="269"/>
            <ac:spMk id="13" creationId="{00000000-0000-0000-0000-000000000000}"/>
          </ac:spMkLst>
        </pc:spChg>
        <pc:spChg chg="mod">
          <ac:chgData name="용 최" userId="1589a7fea772e98f" providerId="LiveId" clId="{2278AE4D-1D9B-403D-98CE-CD0A01F10ABE}" dt="2026-06-26T04:39:44.307" v="127" actId="115"/>
          <ac:spMkLst>
            <pc:docMk/>
            <pc:sldMk cId="0" sldId="269"/>
            <ac:spMk id="18" creationId="{00000000-0000-0000-0000-000000000000}"/>
          </ac:spMkLst>
        </pc:spChg>
        <pc:spChg chg="mod">
          <ac:chgData name="용 최" userId="1589a7fea772e98f" providerId="LiveId" clId="{2278AE4D-1D9B-403D-98CE-CD0A01F10ABE}" dt="2026-06-26T04:40:04.144" v="130" actId="207"/>
          <ac:spMkLst>
            <pc:docMk/>
            <pc:sldMk cId="0" sldId="269"/>
            <ac:spMk id="19" creationId="{00000000-0000-0000-0000-000000000000}"/>
          </ac:spMkLst>
        </pc:spChg>
        <pc:spChg chg="mod">
          <ac:chgData name="용 최" userId="1589a7fea772e98f" providerId="LiveId" clId="{2278AE4D-1D9B-403D-98CE-CD0A01F10ABE}" dt="2026-06-26T04:39:29.476" v="122" actId="207"/>
          <ac:spMkLst>
            <pc:docMk/>
            <pc:sldMk cId="0" sldId="269"/>
            <ac:spMk id="21" creationId="{00000000-0000-0000-0000-000000000000}"/>
          </ac:spMkLst>
        </pc:spChg>
        <pc:spChg chg="mod">
          <ac:chgData name="용 최" userId="1589a7fea772e98f" providerId="LiveId" clId="{2278AE4D-1D9B-403D-98CE-CD0A01F10ABE}" dt="2026-06-26T04:39:46.872" v="128" actId="207"/>
          <ac:spMkLst>
            <pc:docMk/>
            <pc:sldMk cId="0" sldId="269"/>
            <ac:spMk id="26" creationId="{00000000-0000-0000-0000-000000000000}"/>
          </ac:spMkLst>
        </pc:spChg>
        <pc:spChg chg="mod">
          <ac:chgData name="용 최" userId="1589a7fea772e98f" providerId="LiveId" clId="{2278AE4D-1D9B-403D-98CE-CD0A01F10ABE}" dt="2026-06-26T04:40:04.144" v="130" actId="207"/>
          <ac:spMkLst>
            <pc:docMk/>
            <pc:sldMk cId="0" sldId="269"/>
            <ac:spMk id="27" creationId="{00000000-0000-0000-0000-000000000000}"/>
          </ac:spMkLst>
        </pc:spChg>
        <pc:spChg chg="mod">
          <ac:chgData name="용 최" userId="1589a7fea772e98f" providerId="LiveId" clId="{2278AE4D-1D9B-403D-98CE-CD0A01F10ABE}" dt="2026-06-26T04:39:29.476" v="122" actId="207"/>
          <ac:spMkLst>
            <pc:docMk/>
            <pc:sldMk cId="0" sldId="269"/>
            <ac:spMk id="29" creationId="{00000000-0000-0000-0000-000000000000}"/>
          </ac:spMkLst>
        </pc:spChg>
        <pc:spChg chg="mod">
          <ac:chgData name="용 최" userId="1589a7fea772e98f" providerId="LiveId" clId="{2278AE4D-1D9B-403D-98CE-CD0A01F10ABE}" dt="2026-06-26T04:39:53.840" v="129" actId="207"/>
          <ac:spMkLst>
            <pc:docMk/>
            <pc:sldMk cId="0" sldId="269"/>
            <ac:spMk id="34" creationId="{00000000-0000-0000-0000-000000000000}"/>
          </ac:spMkLst>
        </pc:spChg>
        <pc:spChg chg="mod">
          <ac:chgData name="용 최" userId="1589a7fea772e98f" providerId="LiveId" clId="{2278AE4D-1D9B-403D-98CE-CD0A01F10ABE}" dt="2026-06-26T04:40:04.144" v="130" actId="207"/>
          <ac:spMkLst>
            <pc:docMk/>
            <pc:sldMk cId="0" sldId="269"/>
            <ac:spMk id="35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04:43:30.637" v="224" actId="20577"/>
        <pc:sldMkLst>
          <pc:docMk/>
          <pc:sldMk cId="0" sldId="270"/>
        </pc:sldMkLst>
        <pc:spChg chg="mod">
          <ac:chgData name="용 최" userId="1589a7fea772e98f" providerId="LiveId" clId="{2278AE4D-1D9B-403D-98CE-CD0A01F10ABE}" dt="2026-06-26T04:43:30.637" v="224" actId="20577"/>
          <ac:spMkLst>
            <pc:docMk/>
            <pc:sldMk cId="0" sldId="270"/>
            <ac:spMk id="5" creationId="{00000000-0000-0000-0000-000000000000}"/>
          </ac:spMkLst>
        </pc:spChg>
        <pc:spChg chg="mod">
          <ac:chgData name="용 최" userId="1589a7fea772e98f" providerId="LiveId" clId="{2278AE4D-1D9B-403D-98CE-CD0A01F10ABE}" dt="2026-06-26T04:39:15.326" v="121" actId="207"/>
          <ac:spMkLst>
            <pc:docMk/>
            <pc:sldMk cId="0" sldId="270"/>
            <ac:spMk id="8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04:47:33.429" v="237" actId="20577"/>
        <pc:sldMkLst>
          <pc:docMk/>
          <pc:sldMk cId="0" sldId="276"/>
        </pc:sldMkLst>
        <pc:spChg chg="mod">
          <ac:chgData name="용 최" userId="1589a7fea772e98f" providerId="LiveId" clId="{2278AE4D-1D9B-403D-98CE-CD0A01F10ABE}" dt="2026-06-26T04:45:17.423" v="230"/>
          <ac:spMkLst>
            <pc:docMk/>
            <pc:sldMk cId="0" sldId="276"/>
            <ac:spMk id="10" creationId="{00000000-0000-0000-0000-000000000000}"/>
          </ac:spMkLst>
        </pc:spChg>
        <pc:spChg chg="mod">
          <ac:chgData name="용 최" userId="1589a7fea772e98f" providerId="LiveId" clId="{2278AE4D-1D9B-403D-98CE-CD0A01F10ABE}" dt="2026-06-26T04:47:33.429" v="237" actId="20577"/>
          <ac:spMkLst>
            <pc:docMk/>
            <pc:sldMk cId="0" sldId="276"/>
            <ac:spMk id="31" creationId="{00000000-0000-0000-0000-000000000000}"/>
          </ac:spMkLst>
        </pc:spChg>
      </pc:sldChg>
      <pc:sldChg chg="addSp modSp mod">
        <pc:chgData name="용 최" userId="1589a7fea772e98f" providerId="LiveId" clId="{2278AE4D-1D9B-403D-98CE-CD0A01F10ABE}" dt="2026-06-26T04:52:19.797" v="259"/>
        <pc:sldMkLst>
          <pc:docMk/>
          <pc:sldMk cId="0" sldId="278"/>
        </pc:sldMkLst>
        <pc:spChg chg="add mod">
          <ac:chgData name="용 최" userId="1589a7fea772e98f" providerId="LiveId" clId="{2278AE4D-1D9B-403D-98CE-CD0A01F10ABE}" dt="2026-06-26T04:52:19.776" v="241"/>
          <ac:spMkLst>
            <pc:docMk/>
            <pc:sldMk cId="0" sldId="278"/>
            <ac:spMk id="18" creationId="{7E032809-FD6C-4EB6-BCB7-561A1C6FBBD8}"/>
          </ac:spMkLst>
        </pc:spChg>
        <pc:spChg chg="add mod">
          <ac:chgData name="용 최" userId="1589a7fea772e98f" providerId="LiveId" clId="{2278AE4D-1D9B-403D-98CE-CD0A01F10ABE}" dt="2026-06-26T04:52:19.777" v="245"/>
          <ac:spMkLst>
            <pc:docMk/>
            <pc:sldMk cId="0" sldId="278"/>
            <ac:spMk id="19" creationId="{F8B93696-78DF-430B-A8F4-387C287D4A49}"/>
          </ac:spMkLst>
        </pc:spChg>
        <pc:spChg chg="add mod">
          <ac:chgData name="용 최" userId="1589a7fea772e98f" providerId="LiveId" clId="{2278AE4D-1D9B-403D-98CE-CD0A01F10ABE}" dt="2026-06-26T04:52:19.791" v="252"/>
          <ac:spMkLst>
            <pc:docMk/>
            <pc:sldMk cId="0" sldId="278"/>
            <ac:spMk id="20" creationId="{40957A12-6736-4B76-8C72-D5C49AB79BE3}"/>
          </ac:spMkLst>
        </pc:spChg>
        <pc:spChg chg="add mod">
          <ac:chgData name="용 최" userId="1589a7fea772e98f" providerId="LiveId" clId="{2278AE4D-1D9B-403D-98CE-CD0A01F10ABE}" dt="2026-06-26T04:52:19.797" v="259"/>
          <ac:spMkLst>
            <pc:docMk/>
            <pc:sldMk cId="0" sldId="278"/>
            <ac:spMk id="21" creationId="{0FE36514-2FFF-4D94-BF75-6BD66895CF53}"/>
          </ac:spMkLst>
        </pc:spChg>
      </pc:sldChg>
      <pc:sldChg chg="modSp mod">
        <pc:chgData name="용 최" userId="1589a7fea772e98f" providerId="LiveId" clId="{2278AE4D-1D9B-403D-98CE-CD0A01F10ABE}" dt="2026-06-26T12:38:00.768" v="408" actId="14100"/>
        <pc:sldMkLst>
          <pc:docMk/>
          <pc:sldMk cId="0" sldId="291"/>
        </pc:sldMkLst>
        <pc:spChg chg="mod">
          <ac:chgData name="용 최" userId="1589a7fea772e98f" providerId="LiveId" clId="{2278AE4D-1D9B-403D-98CE-CD0A01F10ABE}" dt="2026-06-26T12:37:44.003" v="361"/>
          <ac:spMkLst>
            <pc:docMk/>
            <pc:sldMk cId="0" sldId="291"/>
            <ac:spMk id="10" creationId="{00000000-0000-0000-0000-000000000000}"/>
          </ac:spMkLst>
        </pc:spChg>
        <pc:spChg chg="mod">
          <ac:chgData name="용 최" userId="1589a7fea772e98f" providerId="LiveId" clId="{2278AE4D-1D9B-403D-98CE-CD0A01F10ABE}" dt="2026-06-26T12:37:44.006" v="369"/>
          <ac:spMkLst>
            <pc:docMk/>
            <pc:sldMk cId="0" sldId="291"/>
            <ac:spMk id="12" creationId="{00000000-0000-0000-0000-000000000000}"/>
          </ac:spMkLst>
        </pc:spChg>
        <pc:picChg chg="mod">
          <ac:chgData name="용 최" userId="1589a7fea772e98f" providerId="LiveId" clId="{2278AE4D-1D9B-403D-98CE-CD0A01F10ABE}" dt="2026-06-26T12:38:00.768" v="408" actId="14100"/>
          <ac:picMkLst>
            <pc:docMk/>
            <pc:sldMk cId="0" sldId="291"/>
            <ac:picMk id="11" creationId="{00000000-0000-0000-0000-000000000000}"/>
          </ac:picMkLst>
        </pc:picChg>
      </pc:sldChg>
      <pc:sldChg chg="modSp mod">
        <pc:chgData name="용 최" userId="1589a7fea772e98f" providerId="LiveId" clId="{2278AE4D-1D9B-403D-98CE-CD0A01F10ABE}" dt="2026-06-26T12:39:43.838" v="511" actId="6549"/>
        <pc:sldMkLst>
          <pc:docMk/>
          <pc:sldMk cId="0" sldId="293"/>
        </pc:sldMkLst>
        <pc:spChg chg="mod">
          <ac:chgData name="용 최" userId="1589a7fea772e98f" providerId="LiveId" clId="{2278AE4D-1D9B-403D-98CE-CD0A01F10ABE}" dt="2026-06-26T12:39:43.838" v="511" actId="6549"/>
          <ac:spMkLst>
            <pc:docMk/>
            <pc:sldMk cId="0" sldId="293"/>
            <ac:spMk id="9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12:43:31.140" v="514" actId="20577"/>
        <pc:sldMkLst>
          <pc:docMk/>
          <pc:sldMk cId="0" sldId="294"/>
        </pc:sldMkLst>
        <pc:spChg chg="mod">
          <ac:chgData name="용 최" userId="1589a7fea772e98f" providerId="LiveId" clId="{2278AE4D-1D9B-403D-98CE-CD0A01F10ABE}" dt="2026-06-26T12:43:31.140" v="514" actId="20577"/>
          <ac:spMkLst>
            <pc:docMk/>
            <pc:sldMk cId="0" sldId="294"/>
            <ac:spMk id="16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12:44:02.270" v="517" actId="14100"/>
        <pc:sldMkLst>
          <pc:docMk/>
          <pc:sldMk cId="0" sldId="295"/>
        </pc:sldMkLst>
        <pc:spChg chg="mod">
          <ac:chgData name="용 최" userId="1589a7fea772e98f" providerId="LiveId" clId="{2278AE4D-1D9B-403D-98CE-CD0A01F10ABE}" dt="2026-06-26T12:43:58.927" v="516" actId="14100"/>
          <ac:spMkLst>
            <pc:docMk/>
            <pc:sldMk cId="0" sldId="295"/>
            <ac:spMk id="9" creationId="{00000000-0000-0000-0000-000000000000}"/>
          </ac:spMkLst>
        </pc:spChg>
        <pc:picChg chg="mod">
          <ac:chgData name="용 최" userId="1589a7fea772e98f" providerId="LiveId" clId="{2278AE4D-1D9B-403D-98CE-CD0A01F10ABE}" dt="2026-06-26T12:44:02.270" v="517" actId="14100"/>
          <ac:picMkLst>
            <pc:docMk/>
            <pc:sldMk cId="0" sldId="295"/>
            <ac:picMk id="10" creationId="{00000000-0000-0000-0000-000000000000}"/>
          </ac:picMkLst>
        </pc:picChg>
      </pc:sldChg>
      <pc:sldChg chg="modSp mod">
        <pc:chgData name="용 최" userId="1589a7fea772e98f" providerId="LiveId" clId="{2278AE4D-1D9B-403D-98CE-CD0A01F10ABE}" dt="2026-06-26T14:25:54.969" v="721" actId="6549"/>
        <pc:sldMkLst>
          <pc:docMk/>
          <pc:sldMk cId="0" sldId="300"/>
        </pc:sldMkLst>
        <pc:spChg chg="mod">
          <ac:chgData name="용 최" userId="1589a7fea772e98f" providerId="LiveId" clId="{2278AE4D-1D9B-403D-98CE-CD0A01F10ABE}" dt="2026-06-26T14:25:54.969" v="721" actId="6549"/>
          <ac:spMkLst>
            <pc:docMk/>
            <pc:sldMk cId="0" sldId="300"/>
            <ac:spMk id="4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14:27:32.403" v="770" actId="6549"/>
        <pc:sldMkLst>
          <pc:docMk/>
          <pc:sldMk cId="0" sldId="301"/>
        </pc:sldMkLst>
        <pc:spChg chg="mod">
          <ac:chgData name="용 최" userId="1589a7fea772e98f" providerId="LiveId" clId="{2278AE4D-1D9B-403D-98CE-CD0A01F10ABE}" dt="2026-06-26T14:27:32.403" v="770" actId="6549"/>
          <ac:spMkLst>
            <pc:docMk/>
            <pc:sldMk cId="0" sldId="301"/>
            <ac:spMk id="12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14:27:55.987" v="789" actId="20577"/>
        <pc:sldMkLst>
          <pc:docMk/>
          <pc:sldMk cId="0" sldId="302"/>
        </pc:sldMkLst>
        <pc:spChg chg="mod">
          <ac:chgData name="용 최" userId="1589a7fea772e98f" providerId="LiveId" clId="{2278AE4D-1D9B-403D-98CE-CD0A01F10ABE}" dt="2026-06-26T14:27:55.987" v="789" actId="20577"/>
          <ac:spMkLst>
            <pc:docMk/>
            <pc:sldMk cId="0" sldId="302"/>
            <ac:spMk id="12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14:29:21.396" v="792" actId="20577"/>
        <pc:sldMkLst>
          <pc:docMk/>
          <pc:sldMk cId="0" sldId="303"/>
        </pc:sldMkLst>
        <pc:spChg chg="mod">
          <ac:chgData name="용 최" userId="1589a7fea772e98f" providerId="LiveId" clId="{2278AE4D-1D9B-403D-98CE-CD0A01F10ABE}" dt="2026-06-26T14:29:21.396" v="792" actId="20577"/>
          <ac:spMkLst>
            <pc:docMk/>
            <pc:sldMk cId="0" sldId="303"/>
            <ac:spMk id="14" creationId="{00000000-0000-0000-0000-000000000000}"/>
          </ac:spMkLst>
        </pc:spChg>
      </pc:sldChg>
      <pc:sldChg chg="del">
        <pc:chgData name="용 최" userId="1589a7fea772e98f" providerId="LiveId" clId="{2278AE4D-1D9B-403D-98CE-CD0A01F10ABE}" dt="2026-06-26T14:29:04.743" v="790" actId="47"/>
        <pc:sldMkLst>
          <pc:docMk/>
          <pc:sldMk cId="0" sldId="305"/>
        </pc:sldMkLst>
      </pc:sldChg>
      <pc:sldChg chg="modSp mod">
        <pc:chgData name="용 최" userId="1589a7fea772e98f" providerId="LiveId" clId="{2278AE4D-1D9B-403D-98CE-CD0A01F10ABE}" dt="2026-06-26T14:31:13.472" v="946" actId="20577"/>
        <pc:sldMkLst>
          <pc:docMk/>
          <pc:sldMk cId="0" sldId="306"/>
        </pc:sldMkLst>
        <pc:spChg chg="mod">
          <ac:chgData name="용 최" userId="1589a7fea772e98f" providerId="LiveId" clId="{2278AE4D-1D9B-403D-98CE-CD0A01F10ABE}" dt="2026-06-26T14:31:13.472" v="946" actId="20577"/>
          <ac:spMkLst>
            <pc:docMk/>
            <pc:sldMk cId="0" sldId="306"/>
            <ac:spMk id="12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14:33:07.055" v="1013" actId="6549"/>
        <pc:sldMkLst>
          <pc:docMk/>
          <pc:sldMk cId="0" sldId="308"/>
        </pc:sldMkLst>
        <pc:spChg chg="mod">
          <ac:chgData name="용 최" userId="1589a7fea772e98f" providerId="LiveId" clId="{2278AE4D-1D9B-403D-98CE-CD0A01F10ABE}" dt="2026-06-26T14:33:07.055" v="1013" actId="6549"/>
          <ac:spMkLst>
            <pc:docMk/>
            <pc:sldMk cId="0" sldId="308"/>
            <ac:spMk id="12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14:33:38.695" v="1027" actId="20577"/>
        <pc:sldMkLst>
          <pc:docMk/>
          <pc:sldMk cId="0" sldId="309"/>
        </pc:sldMkLst>
        <pc:spChg chg="mod">
          <ac:chgData name="용 최" userId="1589a7fea772e98f" providerId="LiveId" clId="{2278AE4D-1D9B-403D-98CE-CD0A01F10ABE}" dt="2026-06-26T14:33:38.695" v="1027" actId="20577"/>
          <ac:spMkLst>
            <pc:docMk/>
            <pc:sldMk cId="0" sldId="309"/>
            <ac:spMk id="6" creationId="{00000000-0000-0000-0000-000000000000}"/>
          </ac:spMkLst>
        </pc:spChg>
      </pc:sldChg>
    </pc:docChg>
  </pc:docChgLst>
  <pc:docChgLst>
    <pc:chgData name="용 최" userId="1589a7fea772e98f" providerId="LiveId" clId="{F4A86167-AC27-4299-87BB-E282C3EAA034}"/>
    <pc:docChg chg="custSel modSld">
      <pc:chgData name="용 최" userId="1589a7fea772e98f" providerId="LiveId" clId="{F4A86167-AC27-4299-87BB-E282C3EAA034}" dt="2026-06-26T07:40:17.888" v="65" actId="478"/>
      <pc:docMkLst>
        <pc:docMk/>
      </pc:docMkLst>
      <pc:sldChg chg="modSp mod">
        <pc:chgData name="용 최" userId="1589a7fea772e98f" providerId="LiveId" clId="{F4A86167-AC27-4299-87BB-E282C3EAA034}" dt="2026-06-26T03:54:51.790" v="35" actId="1036"/>
        <pc:sldMkLst>
          <pc:docMk/>
          <pc:sldMk cId="0" sldId="260"/>
        </pc:sldMkLst>
        <pc:spChg chg="mod">
          <ac:chgData name="용 최" userId="1589a7fea772e98f" providerId="LiveId" clId="{F4A86167-AC27-4299-87BB-E282C3EAA034}" dt="2026-06-26T03:54:51.790" v="35" actId="1036"/>
          <ac:spMkLst>
            <pc:docMk/>
            <pc:sldMk cId="0" sldId="260"/>
            <ac:spMk id="11" creationId="{00000000-0000-0000-0000-000000000000}"/>
          </ac:spMkLst>
        </pc:spChg>
        <pc:spChg chg="mod">
          <ac:chgData name="용 최" userId="1589a7fea772e98f" providerId="LiveId" clId="{F4A86167-AC27-4299-87BB-E282C3EAA034}" dt="2026-06-26T03:54:51.790" v="35" actId="1036"/>
          <ac:spMkLst>
            <pc:docMk/>
            <pc:sldMk cId="0" sldId="260"/>
            <ac:spMk id="12" creationId="{00000000-0000-0000-0000-000000000000}"/>
          </ac:spMkLst>
        </pc:spChg>
        <pc:picChg chg="mod">
          <ac:chgData name="용 최" userId="1589a7fea772e98f" providerId="LiveId" clId="{F4A86167-AC27-4299-87BB-E282C3EAA034}" dt="2026-06-26T03:54:51.790" v="35" actId="1036"/>
          <ac:picMkLst>
            <pc:docMk/>
            <pc:sldMk cId="0" sldId="260"/>
            <ac:picMk id="10" creationId="{00000000-0000-0000-0000-000000000000}"/>
          </ac:picMkLst>
        </pc:picChg>
      </pc:sldChg>
      <pc:sldChg chg="modSp mod">
        <pc:chgData name="용 최" userId="1589a7fea772e98f" providerId="LiveId" clId="{F4A86167-AC27-4299-87BB-E282C3EAA034}" dt="2026-06-26T07:40:01.660" v="63" actId="14100"/>
        <pc:sldMkLst>
          <pc:docMk/>
          <pc:sldMk cId="0" sldId="264"/>
        </pc:sldMkLst>
        <pc:spChg chg="mod">
          <ac:chgData name="용 최" userId="1589a7fea772e98f" providerId="LiveId" clId="{F4A86167-AC27-4299-87BB-E282C3EAA034}" dt="2026-06-26T07:40:01.660" v="63" actId="14100"/>
          <ac:spMkLst>
            <pc:docMk/>
            <pc:sldMk cId="0" sldId="264"/>
            <ac:spMk id="12" creationId="{00000000-0000-0000-0000-000000000000}"/>
          </ac:spMkLst>
        </pc:spChg>
      </pc:sldChg>
      <pc:sldChg chg="delSp mod">
        <pc:chgData name="용 최" userId="1589a7fea772e98f" providerId="LiveId" clId="{F4A86167-AC27-4299-87BB-E282C3EAA034}" dt="2026-06-26T07:40:17.888" v="65" actId="478"/>
        <pc:sldMkLst>
          <pc:docMk/>
          <pc:sldMk cId="0" sldId="289"/>
        </pc:sldMkLst>
        <pc:spChg chg="del">
          <ac:chgData name="용 최" userId="1589a7fea772e98f" providerId="LiveId" clId="{F4A86167-AC27-4299-87BB-E282C3EAA034}" dt="2026-06-26T07:40:17.888" v="65" actId="478"/>
          <ac:spMkLst>
            <pc:docMk/>
            <pc:sldMk cId="0" sldId="289"/>
            <ac:spMk id="2" creationId="{00000000-0000-0000-0000-000000000000}"/>
          </ac:spMkLst>
        </pc:spChg>
        <pc:spChg chg="del">
          <ac:chgData name="용 최" userId="1589a7fea772e98f" providerId="LiveId" clId="{F4A86167-AC27-4299-87BB-E282C3EAA034}" dt="2026-06-26T07:40:15.462" v="64" actId="478"/>
          <ac:spMkLst>
            <pc:docMk/>
            <pc:sldMk cId="0" sldId="289"/>
            <ac:spMk id="3" creationId="{00000000-0000-0000-0000-000000000000}"/>
          </ac:spMkLst>
        </pc:spChg>
      </pc:sldChg>
    </pc:docChg>
  </pc:docChgLst>
  <pc:docChgLst>
    <pc:chgData name="용 최" userId="1589a7fea772e98f" providerId="LiveId" clId="{465AE703-AA2D-495B-8FBD-D8E5CDCF7249}"/>
    <pc:docChg chg="custSel modSld">
      <pc:chgData name="용 최" userId="1589a7fea772e98f" providerId="LiveId" clId="{465AE703-AA2D-495B-8FBD-D8E5CDCF7249}" dt="2026-06-24T04:53:47.235" v="22" actId="20577"/>
      <pc:docMkLst>
        <pc:docMk/>
      </pc:docMkLst>
      <pc:sldChg chg="modSp mod">
        <pc:chgData name="용 최" userId="1589a7fea772e98f" providerId="LiveId" clId="{465AE703-AA2D-495B-8FBD-D8E5CDCF7249}" dt="2026-06-24T04:51:03.010" v="1" actId="20577"/>
        <pc:sldMkLst>
          <pc:docMk/>
          <pc:sldMk cId="0" sldId="259"/>
        </pc:sldMkLst>
        <pc:spChg chg="mod">
          <ac:chgData name="용 최" userId="1589a7fea772e98f" providerId="LiveId" clId="{465AE703-AA2D-495B-8FBD-D8E5CDCF7249}" dt="2026-06-24T04:51:03.010" v="1" actId="20577"/>
          <ac:spMkLst>
            <pc:docMk/>
            <pc:sldMk cId="0" sldId="259"/>
            <ac:spMk id="12" creationId="{00000000-0000-0000-0000-000000000000}"/>
          </ac:spMkLst>
        </pc:spChg>
      </pc:sldChg>
      <pc:sldChg chg="modSp mod">
        <pc:chgData name="용 최" userId="1589a7fea772e98f" providerId="LiveId" clId="{465AE703-AA2D-495B-8FBD-D8E5CDCF7249}" dt="2026-06-24T04:51:08.208" v="3" actId="20577"/>
        <pc:sldMkLst>
          <pc:docMk/>
          <pc:sldMk cId="0" sldId="260"/>
        </pc:sldMkLst>
        <pc:spChg chg="mod">
          <ac:chgData name="용 최" userId="1589a7fea772e98f" providerId="LiveId" clId="{465AE703-AA2D-495B-8FBD-D8E5CDCF7249}" dt="2026-06-24T04:51:08.208" v="3" actId="20577"/>
          <ac:spMkLst>
            <pc:docMk/>
            <pc:sldMk cId="0" sldId="260"/>
            <ac:spMk id="12" creationId="{00000000-0000-0000-0000-000000000000}"/>
          </ac:spMkLst>
        </pc:spChg>
      </pc:sldChg>
      <pc:sldChg chg="modSp mod">
        <pc:chgData name="용 최" userId="1589a7fea772e98f" providerId="LiveId" clId="{465AE703-AA2D-495B-8FBD-D8E5CDCF7249}" dt="2026-06-24T04:51:13.024" v="5" actId="20577"/>
        <pc:sldMkLst>
          <pc:docMk/>
          <pc:sldMk cId="0" sldId="261"/>
        </pc:sldMkLst>
        <pc:spChg chg="mod">
          <ac:chgData name="용 최" userId="1589a7fea772e98f" providerId="LiveId" clId="{465AE703-AA2D-495B-8FBD-D8E5CDCF7249}" dt="2026-06-24T04:51:13.024" v="5" actId="20577"/>
          <ac:spMkLst>
            <pc:docMk/>
            <pc:sldMk cId="0" sldId="261"/>
            <ac:spMk id="12" creationId="{00000000-0000-0000-0000-000000000000}"/>
          </ac:spMkLst>
        </pc:spChg>
      </pc:sldChg>
      <pc:sldChg chg="modSp mod">
        <pc:chgData name="용 최" userId="1589a7fea772e98f" providerId="LiveId" clId="{465AE703-AA2D-495B-8FBD-D8E5CDCF7249}" dt="2026-06-24T04:51:17.604" v="7" actId="20577"/>
        <pc:sldMkLst>
          <pc:docMk/>
          <pc:sldMk cId="0" sldId="262"/>
        </pc:sldMkLst>
        <pc:spChg chg="mod">
          <ac:chgData name="용 최" userId="1589a7fea772e98f" providerId="LiveId" clId="{465AE703-AA2D-495B-8FBD-D8E5CDCF7249}" dt="2026-06-24T04:51:17.604" v="7" actId="20577"/>
          <ac:spMkLst>
            <pc:docMk/>
            <pc:sldMk cId="0" sldId="262"/>
            <ac:spMk id="12" creationId="{00000000-0000-0000-0000-000000000000}"/>
          </ac:spMkLst>
        </pc:spChg>
      </pc:sldChg>
      <pc:sldChg chg="modSp mod">
        <pc:chgData name="용 최" userId="1589a7fea772e98f" providerId="LiveId" clId="{465AE703-AA2D-495B-8FBD-D8E5CDCF7249}" dt="2026-06-24T04:53:27.431" v="13" actId="313"/>
        <pc:sldMkLst>
          <pc:docMk/>
          <pc:sldMk cId="0" sldId="263"/>
        </pc:sldMkLst>
        <pc:spChg chg="mod">
          <ac:chgData name="용 최" userId="1589a7fea772e98f" providerId="LiveId" clId="{465AE703-AA2D-495B-8FBD-D8E5CDCF7249}" dt="2026-06-24T04:53:27.431" v="13" actId="313"/>
          <ac:spMkLst>
            <pc:docMk/>
            <pc:sldMk cId="0" sldId="263"/>
            <ac:spMk id="12" creationId="{00000000-0000-0000-0000-000000000000}"/>
          </ac:spMkLst>
        </pc:spChg>
      </pc:sldChg>
      <pc:sldChg chg="modSp mod">
        <pc:chgData name="용 최" userId="1589a7fea772e98f" providerId="LiveId" clId="{465AE703-AA2D-495B-8FBD-D8E5CDCF7249}" dt="2026-06-24T04:53:32.849" v="15" actId="20577"/>
        <pc:sldMkLst>
          <pc:docMk/>
          <pc:sldMk cId="0" sldId="264"/>
        </pc:sldMkLst>
        <pc:spChg chg="mod">
          <ac:chgData name="용 최" userId="1589a7fea772e98f" providerId="LiveId" clId="{465AE703-AA2D-495B-8FBD-D8E5CDCF7249}" dt="2026-06-24T04:53:32.849" v="15" actId="20577"/>
          <ac:spMkLst>
            <pc:docMk/>
            <pc:sldMk cId="0" sldId="264"/>
            <ac:spMk id="12" creationId="{00000000-0000-0000-0000-000000000000}"/>
          </ac:spMkLst>
        </pc:spChg>
      </pc:sldChg>
      <pc:sldChg chg="modSp mod">
        <pc:chgData name="용 최" userId="1589a7fea772e98f" providerId="LiveId" clId="{465AE703-AA2D-495B-8FBD-D8E5CDCF7249}" dt="2026-06-24T04:53:38.270" v="18" actId="313"/>
        <pc:sldMkLst>
          <pc:docMk/>
          <pc:sldMk cId="0" sldId="265"/>
        </pc:sldMkLst>
        <pc:spChg chg="mod">
          <ac:chgData name="용 최" userId="1589a7fea772e98f" providerId="LiveId" clId="{465AE703-AA2D-495B-8FBD-D8E5CDCF7249}" dt="2026-06-24T04:53:38.270" v="18" actId="313"/>
          <ac:spMkLst>
            <pc:docMk/>
            <pc:sldMk cId="0" sldId="265"/>
            <ac:spMk id="12" creationId="{00000000-0000-0000-0000-000000000000}"/>
          </ac:spMkLst>
        </pc:spChg>
      </pc:sldChg>
      <pc:sldChg chg="modSp mod">
        <pc:chgData name="용 최" userId="1589a7fea772e98f" providerId="LiveId" clId="{465AE703-AA2D-495B-8FBD-D8E5CDCF7249}" dt="2026-06-24T04:53:42.257" v="20" actId="20577"/>
        <pc:sldMkLst>
          <pc:docMk/>
          <pc:sldMk cId="0" sldId="266"/>
        </pc:sldMkLst>
        <pc:spChg chg="mod">
          <ac:chgData name="용 최" userId="1589a7fea772e98f" providerId="LiveId" clId="{465AE703-AA2D-495B-8FBD-D8E5CDCF7249}" dt="2026-06-24T04:53:42.257" v="20" actId="20577"/>
          <ac:spMkLst>
            <pc:docMk/>
            <pc:sldMk cId="0" sldId="266"/>
            <ac:spMk id="12" creationId="{00000000-0000-0000-0000-000000000000}"/>
          </ac:spMkLst>
        </pc:spChg>
      </pc:sldChg>
      <pc:sldChg chg="setBg">
        <pc:chgData name="용 최" userId="1589a7fea772e98f" providerId="LiveId" clId="{465AE703-AA2D-495B-8FBD-D8E5CDCF7249}" dt="2026-06-24T04:52:02.031" v="9"/>
        <pc:sldMkLst>
          <pc:docMk/>
          <pc:sldMk cId="0" sldId="268"/>
        </pc:sldMkLst>
      </pc:sldChg>
      <pc:sldChg chg="modSp mod setBg">
        <pc:chgData name="용 최" userId="1589a7fea772e98f" providerId="LiveId" clId="{465AE703-AA2D-495B-8FBD-D8E5CDCF7249}" dt="2026-06-24T04:52:08.190" v="10"/>
        <pc:sldMkLst>
          <pc:docMk/>
          <pc:sldMk cId="0" sldId="269"/>
        </pc:sldMkLst>
        <pc:spChg chg="mod">
          <ac:chgData name="용 최" userId="1589a7fea772e98f" providerId="LiveId" clId="{465AE703-AA2D-495B-8FBD-D8E5CDCF7249}" dt="2026-06-24T04:51:53.946" v="8" actId="207"/>
          <ac:spMkLst>
            <pc:docMk/>
            <pc:sldMk cId="0" sldId="269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3922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920240"/>
            <a:ext cx="4937760" cy="4937760"/>
          </a:xfrm>
          <a:prstGeom prst="ellipse">
            <a:avLst/>
          </a:prstGeom>
          <a:solidFill>
            <a:srgbClr val="A33C4E">
              <a:alpha val="1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0607040" y="4297680"/>
            <a:ext cx="3108960" cy="3108960"/>
          </a:xfrm>
          <a:prstGeom prst="ellipse">
            <a:avLst/>
          </a:prstGeom>
          <a:solidFill>
            <a:srgbClr val="A33C4E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용감한 용팀장 실전반 · 3주차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8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빠르게, 더 많이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777240" y="3154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광고로 노출을 키우고, 1000개를 빠르게 올린다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777240" y="4160520"/>
            <a:ext cx="8595360" cy="868680"/>
          </a:xfrm>
          <a:prstGeom prst="roundRect">
            <a:avLst>
              <a:gd name="adj" fmla="val 8421"/>
            </a:avLst>
          </a:prstGeom>
          <a:solidFill>
            <a:srgbClr val="1E21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05840" y="4160520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효자상품은 정성껏, 나머지 물량은 빠르게.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용감한 용팀장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3주차 한눈에 보기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335024" y="1691640"/>
            <a:ext cx="640080" cy="640080"/>
          </a:xfrm>
          <a:prstGeom prst="ellipse">
            <a:avLst/>
          </a:prstGeom>
          <a:solidFill>
            <a:srgbClr val="A33C4E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335024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" y="2404872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2주차 복습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278892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효자상품·전환 점검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547872" y="1691640"/>
            <a:ext cx="640080" cy="640080"/>
          </a:xfrm>
          <a:prstGeom prst="ellipse">
            <a:avLst/>
          </a:prstGeom>
          <a:solidFill>
            <a:srgbClr val="A33C4E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547872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807208" y="2404872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광고란?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807208" y="278892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 기본 개념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760720" y="1691640"/>
            <a:ext cx="640080" cy="640080"/>
          </a:xfrm>
          <a:prstGeom prst="ellipse">
            <a:avLst/>
          </a:prstGeom>
          <a:solidFill>
            <a:srgbClr val="A33C4E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7607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0056" y="2404872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특화 광고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0056" y="278892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시중에 없는 세팅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973568" y="1691640"/>
            <a:ext cx="640080" cy="640080"/>
          </a:xfrm>
          <a:prstGeom prst="ellipse">
            <a:avLst/>
          </a:prstGeom>
          <a:solidFill>
            <a:srgbClr val="A33C4E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973568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232904" y="2404872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 효율관리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232904" y="278892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사이트 없이 관리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0186416" y="1691640"/>
            <a:ext cx="640080" cy="640080"/>
          </a:xfrm>
          <a:prstGeom prst="ellipse">
            <a:avLst/>
          </a:prstGeom>
          <a:solidFill>
            <a:srgbClr val="A33C4E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0186416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445752" y="2404872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이벤트 필드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445752" y="278892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클릭 유도 문구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335024" y="3611880"/>
            <a:ext cx="640080" cy="640080"/>
          </a:xfrm>
          <a:prstGeom prst="ellipse">
            <a:avLst/>
          </a:prstGeom>
          <a:solidFill>
            <a:srgbClr val="A33C4E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1335024" y="3611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94360" y="4325112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워터마크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94360" y="470916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베끼기 방지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547872" y="3611880"/>
            <a:ext cx="640080" cy="640080"/>
          </a:xfrm>
          <a:prstGeom prst="ellipse">
            <a:avLst/>
          </a:prstGeom>
          <a:solidFill>
            <a:srgbClr val="A33C4E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3547872" y="3611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2807208" y="4325112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퀄리티 기준선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2807208" y="470916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 지키며 노출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760720" y="3611880"/>
            <a:ext cx="640080" cy="640080"/>
          </a:xfrm>
          <a:prstGeom prst="ellipse">
            <a:avLst/>
          </a:prstGeom>
          <a:solidFill>
            <a:srgbClr val="A33C4E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5760720" y="3611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020056" y="4325112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최소 퀄리티 상품명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020056" y="470916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정석 압축판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973568" y="3611880"/>
            <a:ext cx="640080" cy="640080"/>
          </a:xfrm>
          <a:prstGeom prst="ellipse">
            <a:avLst/>
          </a:prstGeom>
          <a:solidFill>
            <a:srgbClr val="A33C4E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7973568" y="3611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232904" y="4325112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대량 업로드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232904" y="470916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1000개 빠르게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48640" y="539496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4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5650992"/>
            <a:ext cx="347472" cy="347472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1508760" y="539496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목표   </a:t>
            </a:r>
            <a:r>
              <a:rPr lang="en-US" sz="15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광고로 노출을 키우고, 선을 지키며 1000개를 빠르게 올리는 운영 속도를 갖춘다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3주차 학습목표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4343400" cy="4572000"/>
          </a:xfrm>
          <a:prstGeom prst="roundRect">
            <a:avLst>
              <a:gd name="adj" fmla="val 2526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868680" y="1554480"/>
            <a:ext cx="713232" cy="713232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1719072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468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주를 마치면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68680" y="2926080"/>
            <a:ext cx="3611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5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광고로 노출을 키우고
</a:t>
            </a:r>
            <a:r>
              <a:rPr lang="en-US" sz="25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선을 지키며
</a:t>
            </a:r>
            <a:r>
              <a:rPr lang="en-US" sz="25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1000개를
</a:t>
            </a:r>
            <a:r>
              <a:rPr lang="en-US" sz="25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빠르게 올립니다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5257800" y="1481328"/>
            <a:ext cx="402336" cy="402336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1572768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852160" y="1389888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주 핵심 성과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257800" y="2322576"/>
            <a:ext cx="365760" cy="365760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0952" y="2395728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852160" y="2231136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광고로 노출을 키우고 데이터를 쌓는다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5257800" y="3108960"/>
            <a:ext cx="365760" cy="365760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0952" y="3182112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852160" y="30175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이벤트 필드로 클릭 유도 문구를 띄운다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5257800" y="3895344"/>
            <a:ext cx="365760" cy="365760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0952" y="3968496"/>
            <a:ext cx="219456" cy="21945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852160" y="3803904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상세페이지를 워터마크로 보호한다</a:t>
            </a: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5257800" y="4681728"/>
            <a:ext cx="365760" cy="365760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0952" y="4754880"/>
            <a:ext cx="219456" cy="219456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852160" y="4590288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최소 퀄리티 기준선을 지킨다</a:t>
            </a:r>
            <a:endParaRPr lang="en-US" sz="1600" dirty="0"/>
          </a:p>
        </p:txBody>
      </p:sp>
      <p:sp>
        <p:nvSpPr>
          <p:cNvPr id="23" name="Shape 15"/>
          <p:cNvSpPr/>
          <p:nvPr/>
        </p:nvSpPr>
        <p:spPr>
          <a:xfrm>
            <a:off x="5257800" y="5468112"/>
            <a:ext cx="365760" cy="365760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0952" y="5541264"/>
            <a:ext cx="219456" cy="219456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852160" y="5376672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1000개를 빠르게 업로드한다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A33C4E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417320" y="41148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2주차 복습 &amp; 점검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68680" y="1673352"/>
            <a:ext cx="621792" cy="621792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81965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371600"/>
            <a:ext cx="9601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목표
</a:t>
            </a:r>
            <a:r>
              <a:rPr lang="en-US" sz="15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2주차 핵심(효자상품화·전환 세팅)을 점검하고, 한 주간 실습 결과를 공유한다.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880360"/>
            <a:ext cx="502920" cy="502920"/>
          </a:xfrm>
          <a:prstGeom prst="ellipse">
            <a:avLst/>
          </a:prstGeom>
          <a:solidFill>
            <a:srgbClr val="23263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2999232"/>
            <a:ext cx="265176" cy="2651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8803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내용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566928" y="3474720"/>
            <a:ext cx="109728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2주차 핵심 리뷰 — 효자상품화 / 셀링하니 순위추적 / 썸네일 / 상세페이지 / 2단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옵션</a:t>
            </a:r>
            <a:endParaRPr lang="en-US" sz="1450" dirty="0">
              <a:solidFill>
                <a:srgbClr val="C9CBD4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일일 챌린지 점검 — 한 주간 실습 결과 공유 및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피드백</a:t>
            </a:r>
            <a:endParaRPr lang="en-US" sz="1450" dirty="0">
              <a:solidFill>
                <a:srgbClr val="C9CBD4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현황 점검 — 상세페이지·옵션 세팅이 실제로 반영됐는지 확인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A33C4E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417320" y="41148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광고란 무엇인가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68680" y="1673352"/>
            <a:ext cx="621792" cy="621792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81965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371600"/>
            <a:ext cx="9601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목표
</a:t>
            </a:r>
            <a:r>
              <a:rPr lang="en-US" sz="15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셀러가 광고를 '왜, 무엇을 위해' 쓰는지 기본 개념을 잡는다.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880360"/>
            <a:ext cx="502920" cy="502920"/>
          </a:xfrm>
          <a:prstGeom prst="ellipse">
            <a:avLst/>
          </a:prstGeom>
          <a:solidFill>
            <a:srgbClr val="23263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3167190"/>
            <a:ext cx="265176" cy="2651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304831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내용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566928" y="3642678"/>
            <a:ext cx="10972800" cy="1927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광고의 역할 — 노출을 사서 유입과 데이터를 빠르게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쌓는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</a:t>
            </a:r>
            <a:endParaRPr lang="en-US" sz="1450" dirty="0">
              <a:solidFill>
                <a:srgbClr val="C9CBD4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구매대행에서 광고를 쓰는 이유 — 초기 노출 확보 / 효자상품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후보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발굴</a:t>
            </a:r>
            <a:endParaRPr lang="en-US" sz="1450" dirty="0">
              <a:solidFill>
                <a:srgbClr val="C9CBD4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 기본 구조 — 노출 → 클릭 →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전환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A33C4E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417320" y="41148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구매대행 특화 광고 세팅·관리법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68680" y="1673352"/>
            <a:ext cx="621792" cy="621792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81965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371600"/>
            <a:ext cx="9601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목표
</a:t>
            </a:r>
            <a:r>
              <a:rPr lang="en-US" sz="15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시중에 잘 안 알려진, 구매대행에 맞는 광고 세팅·관리법을 익힌다.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880360"/>
            <a:ext cx="502920" cy="502920"/>
          </a:xfrm>
          <a:prstGeom prst="ellipse">
            <a:avLst/>
          </a:prstGeom>
          <a:solidFill>
            <a:srgbClr val="23263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2999232"/>
            <a:ext cx="265176" cy="2651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8803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내용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566928" y="3474720"/>
            <a:ext cx="109728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구매대행 상품에 맞는 광고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세팅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</a:t>
            </a:r>
            <a:endParaRPr lang="en-US" sz="1450" dirty="0">
              <a:solidFill>
                <a:srgbClr val="C9CBD4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효율적인 키워드·입찰 관리 — 광고비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낭비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줄이기</a:t>
            </a:r>
            <a:endParaRPr lang="en-US" sz="1450" dirty="0">
              <a:solidFill>
                <a:srgbClr val="C9CBD4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 데이터로 효자상품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후보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선별하기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노출이 잘 되고</a:t>
            </a:r>
            <a:r>
              <a:rPr lang="en-US" altLang="ko-KR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lang="ko-KR" alt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클릭을 잘 받는 상품을 먼저</a:t>
            </a:r>
            <a:r>
              <a:rPr lang="en-US" altLang="ko-KR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</a:t>
            </a:r>
            <a:r>
              <a:rPr lang="en-US" altLang="ko-KR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A33C4E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417320" y="41148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 사이트 안 들어가도 끝나는 광고 관리법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68680" y="1673352"/>
            <a:ext cx="621792" cy="621792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81965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371600"/>
            <a:ext cx="9601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목표
</a:t>
            </a:r>
            <a:r>
              <a:rPr lang="en-US" sz="15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 관리에 드는 시간을 최소화하는 효율 운영법을 익힌다.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880360"/>
            <a:ext cx="502920" cy="502920"/>
          </a:xfrm>
          <a:prstGeom prst="ellipse">
            <a:avLst/>
          </a:prstGeom>
          <a:solidFill>
            <a:srgbClr val="23263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2999232"/>
            <a:ext cx="265176" cy="2651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8803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내용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566928" y="3474720"/>
            <a:ext cx="109728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매번 광고 사이트에 들어가지 않고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관리하는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루틴</a:t>
            </a:r>
            <a:endParaRPr lang="en-US" sz="1450" dirty="0">
              <a:solidFill>
                <a:srgbClr val="C9CBD4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지표만 빠르게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점검하는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</a:t>
            </a:r>
            <a:endParaRPr lang="en-US" sz="1450" dirty="0">
              <a:solidFill>
                <a:srgbClr val="C9CBD4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대비 효율 높은 관리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주기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일주일에 한번</a:t>
            </a:r>
            <a:r>
              <a:rPr lang="en-US" altLang="ko-KR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c_fire.png"/>
          <p:cNvPicPr>
            <a:picLocks noChangeAspect="1"/>
          </p:cNvPicPr>
          <p:nvPr/>
        </p:nvPicPr>
        <p:blipFill>
          <a:blip r:embed="rId2">
            <a:alphaModFix amt="16000"/>
          </a:blip>
          <a:stretch>
            <a:fillRect/>
          </a:stretch>
        </p:blipFill>
        <p:spPr>
          <a:xfrm>
            <a:off x="9646920" y="960120"/>
            <a:ext cx="3108960" cy="31089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7240" y="777240"/>
            <a:ext cx="548640" cy="548640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1" descr="assets/ic_fi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373" y="925373"/>
            <a:ext cx="252374" cy="25237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417320" y="7772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9CB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불사자 · 용감한 용팀장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77724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 검색광고 활용 가이드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749808" y="2743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 광고관리</a:t>
            </a:r>
            <a:endParaRPr lang="en-US" sz="5200" dirty="0"/>
          </a:p>
        </p:txBody>
      </p:sp>
      <p:sp>
        <p:nvSpPr>
          <p:cNvPr id="8" name="Text 4"/>
          <p:cNvSpPr/>
          <p:nvPr/>
        </p:nvSpPr>
        <p:spPr>
          <a:xfrm>
            <a:off x="749808" y="37033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9CB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계정 추가부터 데이터 관리까지</a:t>
            </a:r>
            <a:endParaRPr lang="en-US" sz="3400" dirty="0"/>
          </a:p>
        </p:txBody>
      </p:sp>
      <p:sp>
        <p:nvSpPr>
          <p:cNvPr id="9" name="Text 5"/>
          <p:cNvSpPr/>
          <p:nvPr/>
        </p:nvSpPr>
        <p:spPr>
          <a:xfrm>
            <a:off x="777240" y="4892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9C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불사자 API 연동  ·  광고 세팅  ·  ROAS를 높이는 관리 3원칙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OVERVIEW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solidFill>
            <a:srgbClr val="1E2130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여정 한눈에 보기</a:t>
            </a:r>
            <a:endParaRPr lang="en-US" sz="33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계정 연동 → 광고 세팅 → 테스트 → 데이터 관리. 이 한 사이클이 매출을 만듭니다.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2487168" cy="3063240"/>
          </a:xfrm>
          <a:prstGeom prst="roundRect">
            <a:avLst>
              <a:gd name="adj" fmla="val 3676"/>
            </a:avLst>
          </a:prstGeom>
          <a:solidFill>
            <a:srgbClr val="1E2130"/>
          </a:solidFill>
          <a:ln w="12700">
            <a:solidFill>
              <a:srgbClr val="DDDEE3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32688" y="2825496"/>
            <a:ext cx="566928" cy="566928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32688" y="2825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6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64" dirty="0"/>
          </a:p>
        </p:txBody>
      </p:sp>
      <p:sp>
        <p:nvSpPr>
          <p:cNvPr id="8" name="Shape 6"/>
          <p:cNvSpPr/>
          <p:nvPr/>
        </p:nvSpPr>
        <p:spPr>
          <a:xfrm>
            <a:off x="2286000" y="2825496"/>
            <a:ext cx="548640" cy="548640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assets/ic_pl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4133" y="2973629"/>
            <a:ext cx="252374" cy="25237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32688" y="361188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계정 추가</a:t>
            </a:r>
            <a:endParaRPr lang="en-US" sz="1900" dirty="0">
              <a:solidFill>
                <a:schemeClr val="bg1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932688" y="4142232"/>
            <a:ext cx="19842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불사자에 네이버</a:t>
            </a:r>
            <a:endParaRPr lang="en-US" sz="1350" dirty="0">
              <a:solidFill>
                <a:schemeClr val="bg1"/>
              </a:solidFill>
            </a:endParaRPr>
          </a:p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 계정 연동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3090672" y="3589020"/>
            <a:ext cx="484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3000" dirty="0"/>
          </a:p>
        </p:txBody>
      </p:sp>
      <p:sp>
        <p:nvSpPr>
          <p:cNvPr id="13" name="Shape 10"/>
          <p:cNvSpPr/>
          <p:nvPr/>
        </p:nvSpPr>
        <p:spPr>
          <a:xfrm>
            <a:off x="3538728" y="2514600"/>
            <a:ext cx="2487168" cy="3063240"/>
          </a:xfrm>
          <a:prstGeom prst="roundRect">
            <a:avLst>
              <a:gd name="adj" fmla="val 3676"/>
            </a:avLst>
          </a:prstGeom>
          <a:solidFill>
            <a:srgbClr val="1E2130"/>
          </a:solidFill>
          <a:ln w="12700">
            <a:solidFill>
              <a:srgbClr val="DDDEE3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3831336" y="2825496"/>
            <a:ext cx="566928" cy="566928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3831336" y="2825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6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64" dirty="0"/>
          </a:p>
        </p:txBody>
      </p:sp>
      <p:sp>
        <p:nvSpPr>
          <p:cNvPr id="16" name="Shape 13"/>
          <p:cNvSpPr/>
          <p:nvPr/>
        </p:nvSpPr>
        <p:spPr>
          <a:xfrm>
            <a:off x="5184648" y="2825496"/>
            <a:ext cx="548640" cy="548640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1" descr="assets/ic_p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2781" y="2973629"/>
            <a:ext cx="252374" cy="25237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831336" y="361188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 세팅</a:t>
            </a:r>
            <a:endParaRPr lang="en-US" sz="1900" dirty="0">
              <a:solidFill>
                <a:schemeClr val="bg1"/>
              </a:solidFill>
            </a:endParaRPr>
          </a:p>
        </p:txBody>
      </p:sp>
      <p:sp>
        <p:nvSpPr>
          <p:cNvPr id="19" name="Text 15"/>
          <p:cNvSpPr/>
          <p:nvPr/>
        </p:nvSpPr>
        <p:spPr>
          <a:xfrm>
            <a:off x="3831336" y="4142232"/>
            <a:ext cx="19842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보고 직접</a:t>
            </a:r>
            <a:endParaRPr lang="en-US" sz="1350" dirty="0">
              <a:solidFill>
                <a:schemeClr val="bg1"/>
              </a:solidFill>
            </a:endParaRPr>
          </a:p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 세팅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20" name="Text 16"/>
          <p:cNvSpPr/>
          <p:nvPr/>
        </p:nvSpPr>
        <p:spPr>
          <a:xfrm>
            <a:off x="5989320" y="3589020"/>
            <a:ext cx="484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3000" dirty="0"/>
          </a:p>
        </p:txBody>
      </p:sp>
      <p:sp>
        <p:nvSpPr>
          <p:cNvPr id="21" name="Shape 17"/>
          <p:cNvSpPr/>
          <p:nvPr/>
        </p:nvSpPr>
        <p:spPr>
          <a:xfrm>
            <a:off x="6437376" y="2514600"/>
            <a:ext cx="2487168" cy="3063240"/>
          </a:xfrm>
          <a:prstGeom prst="roundRect">
            <a:avLst>
              <a:gd name="adj" fmla="val 3676"/>
            </a:avLst>
          </a:prstGeom>
          <a:solidFill>
            <a:srgbClr val="1E2130"/>
          </a:solidFill>
          <a:ln w="12700">
            <a:solidFill>
              <a:srgbClr val="DDDEE3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8"/>
          <p:cNvSpPr/>
          <p:nvPr/>
        </p:nvSpPr>
        <p:spPr>
          <a:xfrm>
            <a:off x="6729984" y="2825496"/>
            <a:ext cx="566928" cy="566928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9"/>
          <p:cNvSpPr/>
          <p:nvPr/>
        </p:nvSpPr>
        <p:spPr>
          <a:xfrm>
            <a:off x="6729984" y="2825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6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64" dirty="0"/>
          </a:p>
        </p:txBody>
      </p:sp>
      <p:sp>
        <p:nvSpPr>
          <p:cNvPr id="24" name="Shape 20"/>
          <p:cNvSpPr/>
          <p:nvPr/>
        </p:nvSpPr>
        <p:spPr>
          <a:xfrm>
            <a:off x="8083296" y="2825496"/>
            <a:ext cx="548640" cy="548640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2" descr="assets/ic_c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1429" y="2973629"/>
            <a:ext cx="252374" cy="25237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729984" y="361188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1주 테스트</a:t>
            </a:r>
            <a:endParaRPr lang="en-US" sz="1900" dirty="0">
              <a:solidFill>
                <a:schemeClr val="bg1"/>
              </a:solidFill>
            </a:endParaRPr>
          </a:p>
        </p:txBody>
      </p:sp>
      <p:sp>
        <p:nvSpPr>
          <p:cNvPr id="27" name="Text 22"/>
          <p:cNvSpPr/>
          <p:nvPr/>
        </p:nvSpPr>
        <p:spPr>
          <a:xfrm>
            <a:off x="6729984" y="4142232"/>
            <a:ext cx="19842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문의·주문 변화</a:t>
            </a:r>
            <a:endParaRPr lang="en-US" sz="1350" dirty="0">
              <a:solidFill>
                <a:schemeClr val="bg1"/>
              </a:solidFill>
            </a:endParaRPr>
          </a:p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28" name="Text 23"/>
          <p:cNvSpPr/>
          <p:nvPr/>
        </p:nvSpPr>
        <p:spPr>
          <a:xfrm>
            <a:off x="8887968" y="3589020"/>
            <a:ext cx="484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3000" dirty="0"/>
          </a:p>
        </p:txBody>
      </p:sp>
      <p:sp>
        <p:nvSpPr>
          <p:cNvPr id="29" name="Shape 24"/>
          <p:cNvSpPr/>
          <p:nvPr/>
        </p:nvSpPr>
        <p:spPr>
          <a:xfrm>
            <a:off x="9336024" y="2514600"/>
            <a:ext cx="2487168" cy="3063240"/>
          </a:xfrm>
          <a:prstGeom prst="roundRect">
            <a:avLst>
              <a:gd name="adj" fmla="val 3676"/>
            </a:avLst>
          </a:prstGeom>
          <a:solidFill>
            <a:srgbClr val="1E2130"/>
          </a:solidFill>
          <a:ln w="12700">
            <a:solidFill>
              <a:srgbClr val="DDDEE3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5"/>
          <p:cNvSpPr/>
          <p:nvPr/>
        </p:nvSpPr>
        <p:spPr>
          <a:xfrm>
            <a:off x="9628632" y="2825496"/>
            <a:ext cx="566928" cy="566928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6"/>
          <p:cNvSpPr/>
          <p:nvPr/>
        </p:nvSpPr>
        <p:spPr>
          <a:xfrm>
            <a:off x="9628632" y="2825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6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64" dirty="0"/>
          </a:p>
        </p:txBody>
      </p:sp>
      <p:sp>
        <p:nvSpPr>
          <p:cNvPr id="32" name="Shape 27"/>
          <p:cNvSpPr/>
          <p:nvPr/>
        </p:nvSpPr>
        <p:spPr>
          <a:xfrm>
            <a:off x="10981944" y="2825496"/>
            <a:ext cx="548640" cy="548640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3" descr="assets/ic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30077" y="2973629"/>
            <a:ext cx="252374" cy="252374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9628632" y="361188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관리</a:t>
            </a:r>
            <a:endParaRPr lang="en-US" sz="1900" dirty="0">
              <a:solidFill>
                <a:schemeClr val="bg1"/>
              </a:solidFill>
            </a:endParaRPr>
          </a:p>
        </p:txBody>
      </p:sp>
      <p:sp>
        <p:nvSpPr>
          <p:cNvPr id="35" name="Text 29"/>
          <p:cNvSpPr/>
          <p:nvPr/>
        </p:nvSpPr>
        <p:spPr>
          <a:xfrm>
            <a:off x="9628632" y="4142232"/>
            <a:ext cx="19842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3원칙으로</a:t>
            </a:r>
            <a:endParaRPr lang="en-US" sz="1350" dirty="0">
              <a:solidFill>
                <a:schemeClr val="bg1"/>
              </a:solidFill>
            </a:endParaRPr>
          </a:p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ROAS 개선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36" name="Text 30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072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용감한 용팀장 · 불사자 네이버 광고 가이드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10972800" y="641908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603504" cy="603504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2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52" dirty="0"/>
          </a:p>
        </p:txBody>
      </p:sp>
      <p:sp>
        <p:nvSpPr>
          <p:cNvPr id="4" name="Text 2"/>
          <p:cNvSpPr/>
          <p:nvPr/>
        </p:nvSpPr>
        <p:spPr>
          <a:xfrm>
            <a:off x="1371600" y="56692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" y="877824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</a:t>
            </a:r>
            <a:r>
              <a:rPr lang="en-US" sz="29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2900" b="1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</a:t>
            </a:r>
            <a:r>
              <a:rPr lang="ko-KR" altLang="en-US" sz="29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계정</a:t>
            </a:r>
            <a:r>
              <a:rPr lang="en-US" sz="29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2900" b="1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</a:t>
            </a:r>
            <a:r>
              <a:rPr lang="en-US" sz="29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2900" b="1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진입</a:t>
            </a:r>
            <a:r>
              <a:rPr lang="en-US" sz="29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2900" b="1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불사자</a:t>
            </a:r>
            <a:r>
              <a:rPr lang="ko-KR" altLang="en-US" sz="29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연동 시작</a:t>
            </a:r>
            <a:r>
              <a:rPr lang="en-US" altLang="ko-KR" sz="29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85800" y="214884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불사자 좌측 메뉴에서 </a:t>
            </a:r>
            <a:r>
              <a:rPr lang="en-US" sz="18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[그로스]</a:t>
            </a:r>
            <a:r>
              <a:rPr lang="en-US" sz="18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탭을 선택합니다.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9718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하단 </a:t>
            </a:r>
            <a:r>
              <a:rPr lang="en-US" sz="18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[광고관리]</a:t>
            </a:r>
            <a:r>
              <a:rPr lang="en-US" sz="18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영역에서 </a:t>
            </a:r>
            <a:r>
              <a:rPr lang="en-US" sz="18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[네이버 광고 관리]</a:t>
            </a:r>
            <a:r>
              <a:rPr lang="en-US" sz="18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를 클릭합니다.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6766560" cy="1371600"/>
          </a:xfrm>
          <a:prstGeom prst="roundRect">
            <a:avLst>
              <a:gd name="adj" fmla="val 6000"/>
            </a:avLst>
          </a:prstGeom>
          <a:solidFill>
            <a:srgbClr val="1E2130"/>
          </a:solidFill>
          <a:ln w="12700">
            <a:solidFill>
              <a:srgbClr val="E8CF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60120" y="4434840"/>
            <a:ext cx="502920" cy="502920"/>
          </a:xfrm>
          <a:prstGeom prst="ellipse">
            <a:avLst/>
          </a:prstGeom>
          <a:solidFill>
            <a:srgbClr val="1E213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assets/ic_bu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908" y="4570628"/>
            <a:ext cx="231343" cy="23134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27632" y="440740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여기서 시작합니다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627632" y="4773168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 계정 연동의 모든 작업은 [네이버 광고 관리] 메뉴 안에서 진행됩니다.</a:t>
            </a:r>
            <a:endParaRPr lang="en-US" sz="1300" dirty="0"/>
          </a:p>
        </p:txBody>
      </p:sp>
      <p:pic>
        <p:nvPicPr>
          <p:cNvPr id="13" name="Image 1" descr="assets/menu_grow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1143000"/>
            <a:ext cx="1968255" cy="4572000"/>
          </a:xfrm>
          <a:prstGeom prst="rect">
            <a:avLst/>
          </a:prstGeom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pic>
      <p:sp>
        <p:nvSpPr>
          <p:cNvPr id="14" name="Text 10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용감한 용팀장 · 불사자 네이버 광고 가이드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0972800" y="641908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603504" cy="603504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2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52" dirty="0"/>
          </a:p>
        </p:txBody>
      </p:sp>
      <p:sp>
        <p:nvSpPr>
          <p:cNvPr id="4" name="Text 2"/>
          <p:cNvSpPr/>
          <p:nvPr/>
        </p:nvSpPr>
        <p:spPr>
          <a:xfrm>
            <a:off x="1371600" y="56692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" y="877824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[+ 계정 추가] 버튼 클릭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85800" y="21945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 광고 관리 화면 하단의 </a:t>
            </a:r>
            <a:r>
              <a:rPr lang="en-US" sz="19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[+ 계정 추가]</a:t>
            </a:r>
            <a:r>
              <a:rPr lang="en-US" sz="19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버튼을 클릭합니다.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85800" y="3063240"/>
            <a:ext cx="10817352" cy="2468880"/>
          </a:xfrm>
          <a:prstGeom prst="roundRect">
            <a:avLst>
              <a:gd name="adj" fmla="val 3704"/>
            </a:avLst>
          </a:prstGeom>
          <a:solidFill>
            <a:srgbClr val="1E2130"/>
          </a:solidFill>
          <a:ln w="12700">
            <a:solidFill>
              <a:srgbClr val="DDDEE3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assets/add_bt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6968" y="3472911"/>
            <a:ext cx="4937760" cy="1320353"/>
          </a:xfrm>
          <a:prstGeom prst="rect">
            <a:avLst/>
          </a:prstGeom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pic>
      <p:sp>
        <p:nvSpPr>
          <p:cNvPr id="9" name="Text 6"/>
          <p:cNvSpPr/>
          <p:nvPr/>
        </p:nvSpPr>
        <p:spPr>
          <a:xfrm>
            <a:off x="685800" y="5029200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↑ 화면 아래쪽에 위치한 버튼입니다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용감한 용팀장 · 불사자 네이버 광고 가이드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972800" y="641908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603504" cy="603504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2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52" dirty="0"/>
          </a:p>
        </p:txBody>
      </p:sp>
      <p:sp>
        <p:nvSpPr>
          <p:cNvPr id="4" name="Text 2"/>
          <p:cNvSpPr/>
          <p:nvPr/>
        </p:nvSpPr>
        <p:spPr>
          <a:xfrm>
            <a:off x="1371600" y="56692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" y="877824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키 3개 입력 후 등록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85800" y="2240280"/>
            <a:ext cx="6903720" cy="713232"/>
          </a:xfrm>
          <a:prstGeom prst="roundRect">
            <a:avLst>
              <a:gd name="adj" fmla="val 8974"/>
            </a:avLst>
          </a:prstGeom>
          <a:solidFill>
            <a:srgbClr val="1E2130"/>
          </a:solidFill>
          <a:ln w="12700">
            <a:solidFill>
              <a:srgbClr val="DDDEE3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868680" y="2404872"/>
            <a:ext cx="384048" cy="384048"/>
          </a:xfrm>
          <a:prstGeom prst="ellipse">
            <a:avLst/>
          </a:prstGeom>
          <a:solidFill>
            <a:srgbClr val="1E21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68680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4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24" dirty="0"/>
          </a:p>
        </p:txBody>
      </p:sp>
      <p:sp>
        <p:nvSpPr>
          <p:cNvPr id="9" name="Text 7"/>
          <p:cNvSpPr/>
          <p:nvPr/>
        </p:nvSpPr>
        <p:spPr>
          <a:xfrm>
            <a:off x="1417320" y="231343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계정 이름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069080" y="231343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 입력 — 구분용 이름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" y="3081528"/>
            <a:ext cx="6903720" cy="713232"/>
          </a:xfrm>
          <a:prstGeom prst="roundRect">
            <a:avLst>
              <a:gd name="adj" fmla="val 8974"/>
            </a:avLst>
          </a:prstGeom>
          <a:solidFill>
            <a:srgbClr val="1E2130"/>
          </a:solidFill>
          <a:ln w="12700">
            <a:solidFill>
              <a:srgbClr val="DDDEE3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868680" y="3246120"/>
            <a:ext cx="384048" cy="384048"/>
          </a:xfrm>
          <a:prstGeom prst="ellipse">
            <a:avLst/>
          </a:prstGeom>
          <a:solidFill>
            <a:srgbClr val="1E21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6868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4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24" dirty="0"/>
          </a:p>
        </p:txBody>
      </p:sp>
      <p:sp>
        <p:nvSpPr>
          <p:cNvPr id="14" name="Text 12"/>
          <p:cNvSpPr/>
          <p:nvPr/>
        </p:nvSpPr>
        <p:spPr>
          <a:xfrm>
            <a:off x="1417320" y="3154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CUSTOMER_ID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069080" y="31546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필수 — 네이버에서 발급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3922776"/>
            <a:ext cx="6903720" cy="713232"/>
          </a:xfrm>
          <a:prstGeom prst="roundRect">
            <a:avLst>
              <a:gd name="adj" fmla="val 8974"/>
            </a:avLst>
          </a:prstGeom>
          <a:solidFill>
            <a:srgbClr val="1E2130"/>
          </a:solidFill>
          <a:ln w="12700">
            <a:solidFill>
              <a:srgbClr val="DDDEE3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868680" y="4087368"/>
            <a:ext cx="384048" cy="384048"/>
          </a:xfrm>
          <a:prstGeom prst="ellipse">
            <a:avLst/>
          </a:prstGeom>
          <a:solidFill>
            <a:srgbClr val="1E21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68680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4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24" dirty="0"/>
          </a:p>
        </p:txBody>
      </p:sp>
      <p:sp>
        <p:nvSpPr>
          <p:cNvPr id="19" name="Text 17"/>
          <p:cNvSpPr/>
          <p:nvPr/>
        </p:nvSpPr>
        <p:spPr>
          <a:xfrm>
            <a:off x="1417320" y="39959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액세스라이선스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4069080" y="399592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필수 — 네이버에서 발급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85800" y="4764024"/>
            <a:ext cx="6903720" cy="713232"/>
          </a:xfrm>
          <a:prstGeom prst="roundRect">
            <a:avLst>
              <a:gd name="adj" fmla="val 8974"/>
            </a:avLst>
          </a:prstGeom>
          <a:solidFill>
            <a:srgbClr val="1E2130"/>
          </a:solidFill>
          <a:ln w="12700">
            <a:solidFill>
              <a:srgbClr val="DDDEE3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868680" y="4928616"/>
            <a:ext cx="384048" cy="384048"/>
          </a:xfrm>
          <a:prstGeom prst="ellipse">
            <a:avLst/>
          </a:prstGeom>
          <a:solidFill>
            <a:srgbClr val="1E21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868680" y="4928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4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24" dirty="0"/>
          </a:p>
        </p:txBody>
      </p:sp>
      <p:sp>
        <p:nvSpPr>
          <p:cNvPr id="24" name="Text 22"/>
          <p:cNvSpPr/>
          <p:nvPr/>
        </p:nvSpPr>
        <p:spPr>
          <a:xfrm>
            <a:off x="1417320" y="483717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비밀키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4069080" y="483717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필수 — 네이버에서 발급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68680" y="5650992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후  </a:t>
            </a:r>
            <a:r>
              <a:rPr lang="en-US" sz="16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[연결 테스트 및 등록]</a:t>
            </a:r>
            <a:r>
              <a:rPr lang="en-US" sz="16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클릭</a:t>
            </a:r>
            <a:endParaRPr lang="en-US" sz="1600" dirty="0"/>
          </a:p>
        </p:txBody>
      </p:sp>
      <p:pic>
        <p:nvPicPr>
          <p:cNvPr id="27" name="Image 0" descr="assets/bulsaja_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417320"/>
            <a:ext cx="3053532" cy="4572000"/>
          </a:xfrm>
          <a:prstGeom prst="rect">
            <a:avLst/>
          </a:prstGeom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pic>
      <p:sp>
        <p:nvSpPr>
          <p:cNvPr id="28" name="Text 25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용감한 용팀장 · 불사자 네이버 광고 가이드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72800" y="641908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603504" cy="603504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2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52" dirty="0"/>
          </a:p>
        </p:txBody>
      </p:sp>
      <p:sp>
        <p:nvSpPr>
          <p:cNvPr id="4" name="Text 2"/>
          <p:cNvSpPr/>
          <p:nvPr/>
        </p:nvSpPr>
        <p:spPr>
          <a:xfrm>
            <a:off x="1371600" y="56692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" y="877824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네이버에서 API 키 발급받기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1371600" y="151790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 광고주센터 &gt; 도구 &gt; SA API 사용 관리</a:t>
            </a:r>
            <a:endParaRPr lang="en-US" sz="1400" dirty="0"/>
          </a:p>
        </p:txBody>
      </p:sp>
      <p:pic>
        <p:nvPicPr>
          <p:cNvPr id="7" name="Image 0" descr="assets/naver_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011680"/>
            <a:ext cx="1338196" cy="3886200"/>
          </a:xfrm>
          <a:prstGeom prst="rect">
            <a:avLst/>
          </a:prstGeom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pic>
      <p:sp>
        <p:nvSpPr>
          <p:cNvPr id="8" name="Text 5"/>
          <p:cNvSpPr/>
          <p:nvPr/>
        </p:nvSpPr>
        <p:spPr>
          <a:xfrm>
            <a:off x="502920" y="5989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</a:t>
            </a:r>
            <a:r>
              <a:rPr lang="en-US" sz="11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[도구] &gt; [SA API 사용 관리]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566160" y="1920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</a:t>
            </a:r>
            <a:r>
              <a:rPr lang="en-US" sz="14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[네이버 검색광고 API 서비스 신청] 클릭 </a:t>
            </a:r>
            <a:r>
              <a:rPr lang="en-US" sz="14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(최초 1회)</a:t>
            </a:r>
            <a:endParaRPr lang="en-US" sz="1400" dirty="0"/>
          </a:p>
        </p:txBody>
      </p:sp>
      <p:pic>
        <p:nvPicPr>
          <p:cNvPr id="10" name="Image 1" descr="assets/api_app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2286000"/>
            <a:ext cx="6400800" cy="1994650"/>
          </a:xfrm>
          <a:prstGeom prst="rect">
            <a:avLst/>
          </a:prstGeom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pic>
      <p:sp>
        <p:nvSpPr>
          <p:cNvPr id="11" name="Text 7"/>
          <p:cNvSpPr/>
          <p:nvPr/>
        </p:nvSpPr>
        <p:spPr>
          <a:xfrm>
            <a:off x="3566160" y="455497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</a:t>
            </a:r>
            <a:r>
              <a:rPr lang="en-US" sz="14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CUSTOMER_ID · 액세스라이선스 · 비밀키</a:t>
            </a:r>
            <a:r>
              <a:rPr lang="en-US" sz="14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확인 → 불사자에 입력</a:t>
            </a:r>
            <a:endParaRPr lang="en-US" sz="1400" dirty="0"/>
          </a:p>
        </p:txBody>
      </p:sp>
      <p:pic>
        <p:nvPicPr>
          <p:cNvPr id="12" name="Image 2" descr="assets/api_key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4920730"/>
            <a:ext cx="6400800" cy="1380954"/>
          </a:xfrm>
          <a:prstGeom prst="rect">
            <a:avLst/>
          </a:prstGeom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pic>
      <p:sp>
        <p:nvSpPr>
          <p:cNvPr id="13" name="Text 8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용감한 용팀장 · 불사자 네이버 광고 가이드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10972800" y="641908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777240"/>
            <a:ext cx="640080" cy="640080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assets/ic_youtu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062" y="950062"/>
            <a:ext cx="294437" cy="2944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7772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9CB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 세팅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77240" y="214884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 세팅은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보고 직접 따라하기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804672" y="41605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AEB0B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계정 연동까지 끝났다면 이제 광고를 세팅할 차례입니다.</a:t>
            </a:r>
            <a:endParaRPr lang="en-US" sz="17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AEB0B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 영상을 꼭 보고, 직접 따라 세팅해 보세요.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823960" y="2011680"/>
            <a:ext cx="2743200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assets/yt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0" y="2331720"/>
            <a:ext cx="2011680" cy="20116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823960" y="4434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유튜브에서 보기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823960" y="4754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072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youtu.be/aFBl70QQaAo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AFTER SETUP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세팅 후, 최소 1주일은 테스트 기간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3383280" cy="3657600"/>
          </a:xfrm>
          <a:prstGeom prst="roundRect">
            <a:avLst>
              <a:gd name="adj" fmla="val 3243"/>
            </a:avLst>
          </a:prstGeom>
          <a:solidFill>
            <a:srgbClr val="141621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60120" y="2377440"/>
            <a:ext cx="548640" cy="548640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assets/ic_c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3" y="2525573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15468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7일</a:t>
            </a:r>
            <a:endParaRPr lang="en-US" sz="8000" dirty="0"/>
          </a:p>
        </p:txBody>
      </p:sp>
      <p:sp>
        <p:nvSpPr>
          <p:cNvPr id="8" name="Text 5"/>
          <p:cNvSpPr/>
          <p:nvPr/>
        </p:nvSpPr>
        <p:spPr>
          <a:xfrm>
            <a:off x="640080" y="44348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CB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 기간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" y="4937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이후 반드시 데이터 분석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34840" y="2194560"/>
            <a:ext cx="7086600" cy="1078992"/>
          </a:xfrm>
          <a:prstGeom prst="roundRect">
            <a:avLst>
              <a:gd name="adj" fmla="val 7627"/>
            </a:avLst>
          </a:prstGeom>
          <a:solidFill>
            <a:srgbClr val="1E2130"/>
          </a:solidFill>
          <a:ln w="12700">
            <a:solidFill>
              <a:srgbClr val="DDDEE3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681728" y="2487168"/>
            <a:ext cx="502920" cy="502920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4681728" y="2487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10" dirty="0"/>
          </a:p>
        </p:txBody>
      </p:sp>
      <p:sp>
        <p:nvSpPr>
          <p:cNvPr id="13" name="Text 10"/>
          <p:cNvSpPr/>
          <p:nvPr/>
        </p:nvSpPr>
        <p:spPr>
          <a:xfrm>
            <a:off x="5413248" y="235915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 세팅 후 약 일주일은 테스트 기간으로 둡니다.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5413248" y="276148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성과를 판단하기엔 데이터가 더 쌓여야 합니다.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434840" y="3401568"/>
            <a:ext cx="7086600" cy="1078992"/>
          </a:xfrm>
          <a:prstGeom prst="roundRect">
            <a:avLst>
              <a:gd name="adj" fmla="val 7627"/>
            </a:avLst>
          </a:prstGeom>
          <a:solidFill>
            <a:srgbClr val="1E2130"/>
          </a:solidFill>
          <a:ln w="12700">
            <a:solidFill>
              <a:srgbClr val="DDDEE3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4681728" y="3694176"/>
            <a:ext cx="502920" cy="502920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4681728" y="36941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10" dirty="0"/>
          </a:p>
        </p:txBody>
      </p:sp>
      <p:sp>
        <p:nvSpPr>
          <p:cNvPr id="18" name="Text 15"/>
          <p:cNvSpPr/>
          <p:nvPr/>
        </p:nvSpPr>
        <p:spPr>
          <a:xfrm>
            <a:off x="5413248" y="35661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문의·주문량이 조금이라도 늘면 정상입니다.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5413248" y="3968496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당연한 이야기지만, 평소보다 반응이 커져야 맞습니다.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434840" y="4608576"/>
            <a:ext cx="7086600" cy="1078992"/>
          </a:xfrm>
          <a:prstGeom prst="roundRect">
            <a:avLst>
              <a:gd name="adj" fmla="val 7627"/>
            </a:avLst>
          </a:prstGeom>
          <a:solidFill>
            <a:srgbClr val="1E2130"/>
          </a:solidFill>
          <a:ln w="12700">
            <a:solidFill>
              <a:srgbClr val="DDDEE3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4681728" y="4901184"/>
            <a:ext cx="502920" cy="502920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4681728" y="4901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10" dirty="0"/>
          </a:p>
        </p:txBody>
      </p:sp>
      <p:sp>
        <p:nvSpPr>
          <p:cNvPr id="23" name="Text 20"/>
          <p:cNvSpPr/>
          <p:nvPr/>
        </p:nvSpPr>
        <p:spPr>
          <a:xfrm>
            <a:off x="5413248" y="477316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1주일 뒤에는 반드시 데이터 분석을 진행합니다.</a:t>
            </a:r>
            <a:endParaRPr lang="en-US" sz="1550" dirty="0"/>
          </a:p>
        </p:txBody>
      </p:sp>
      <p:sp>
        <p:nvSpPr>
          <p:cNvPr id="24" name="Text 21"/>
          <p:cNvSpPr/>
          <p:nvPr/>
        </p:nvSpPr>
        <p:spPr>
          <a:xfrm>
            <a:off x="5413248" y="5175504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테스트로 끝내지 말고, 숫자를 보고 관리로 넘어갑니다.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용감한 용팀장 · 불사자 네이버 광고 가이드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0972800" y="641908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MINDSET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소싱보다 '기존 상품 관리'가 먼저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상품 소싱·업로드도 중요하지만, 이미 등록된 상품을 잘 관리하는 것이 더 중요합니다. 시간이 지날수록 기존 상품 관리만으로 바빠지는 게 정상입니다.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관리는 '노출 → 클릭 → 전환' 단계별로 데이터를 보고 손봅니다.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291840"/>
            <a:ext cx="3520440" cy="2788920"/>
          </a:xfrm>
          <a:prstGeom prst="roundRect">
            <a:avLst>
              <a:gd name="adj" fmla="val 3607"/>
            </a:avLst>
          </a:prstGeom>
          <a:solidFill>
            <a:srgbClr val="1E2130"/>
          </a:solidFill>
          <a:ln w="12700">
            <a:solidFill>
              <a:srgbClr val="DDDEE3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60120" y="3611880"/>
            <a:ext cx="731520" cy="731520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assets/ic_ey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630" y="3809390"/>
            <a:ext cx="336499" cy="33649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74520" y="36576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원칙 ①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874520" y="395020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</a:t>
            </a:r>
            <a:r>
              <a:rPr lang="ko-KR" altLang="en-US" sz="21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</a:t>
            </a:r>
            <a:r>
              <a:rPr lang="en-US" sz="21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단계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960120" y="4709160"/>
            <a:ext cx="2880360" cy="0"/>
          </a:xfrm>
          <a:prstGeom prst="line">
            <a:avLst/>
          </a:prstGeom>
          <a:noFill/>
          <a:ln w="12700">
            <a:solidFill>
              <a:srgbClr val="DDDE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987552" y="482803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증상  </a:t>
            </a:r>
            <a:r>
              <a:rPr lang="en-US" sz="14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노출이 0인 상품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87552" y="53035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처방  </a:t>
            </a:r>
            <a:r>
              <a:rPr lang="en-US" sz="14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CPC 단가 인상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142232" y="4229100"/>
            <a:ext cx="448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4572000" y="3291840"/>
            <a:ext cx="3520440" cy="2788920"/>
          </a:xfrm>
          <a:prstGeom prst="roundRect">
            <a:avLst>
              <a:gd name="adj" fmla="val 3607"/>
            </a:avLst>
          </a:prstGeom>
          <a:solidFill>
            <a:srgbClr val="1E2130"/>
          </a:solidFill>
          <a:ln w="12700">
            <a:solidFill>
              <a:srgbClr val="DDDEE3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4892040" y="3611880"/>
            <a:ext cx="731520" cy="731520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1" descr="assets/ic_cli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9550" y="3809390"/>
            <a:ext cx="336499" cy="336499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806440" y="36576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원칙 ②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806440" y="395020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클릭 단계</a:t>
            </a:r>
            <a:endParaRPr lang="en-US" sz="2100" dirty="0"/>
          </a:p>
        </p:txBody>
      </p:sp>
      <p:sp>
        <p:nvSpPr>
          <p:cNvPr id="20" name="Shape 16"/>
          <p:cNvSpPr/>
          <p:nvPr/>
        </p:nvSpPr>
        <p:spPr>
          <a:xfrm>
            <a:off x="4892040" y="4709160"/>
            <a:ext cx="2880360" cy="0"/>
          </a:xfrm>
          <a:prstGeom prst="line">
            <a:avLst/>
          </a:prstGeom>
          <a:noFill/>
          <a:ln w="12700">
            <a:solidFill>
              <a:srgbClr val="DDDE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/>
          <p:nvPr/>
        </p:nvSpPr>
        <p:spPr>
          <a:xfrm>
            <a:off x="4919472" y="482803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증상  </a:t>
            </a:r>
            <a:r>
              <a:rPr lang="en-US" sz="14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노출돼도 클릭 X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4919472" y="53035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처방  </a:t>
            </a:r>
            <a:r>
              <a:rPr lang="en-US" sz="14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썸네일 개선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8074152" y="4229100"/>
            <a:ext cx="448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800" dirty="0"/>
          </a:p>
        </p:txBody>
      </p:sp>
      <p:sp>
        <p:nvSpPr>
          <p:cNvPr id="24" name="Shape 20"/>
          <p:cNvSpPr/>
          <p:nvPr/>
        </p:nvSpPr>
        <p:spPr>
          <a:xfrm>
            <a:off x="8503920" y="3291840"/>
            <a:ext cx="3520440" cy="2788920"/>
          </a:xfrm>
          <a:prstGeom prst="roundRect">
            <a:avLst>
              <a:gd name="adj" fmla="val 3607"/>
            </a:avLst>
          </a:prstGeom>
          <a:solidFill>
            <a:srgbClr val="1E2130"/>
          </a:solidFill>
          <a:ln w="12700">
            <a:solidFill>
              <a:srgbClr val="DDDEE3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1"/>
          <p:cNvSpPr/>
          <p:nvPr/>
        </p:nvSpPr>
        <p:spPr>
          <a:xfrm>
            <a:off x="8823960" y="3611880"/>
            <a:ext cx="731520" cy="731520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2" descr="assets/ic_c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1470" y="3809390"/>
            <a:ext cx="336499" cy="336499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738360" y="36576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원칙 ③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9738360" y="395020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전환 단계</a:t>
            </a:r>
            <a:endParaRPr lang="en-US" sz="2100" dirty="0"/>
          </a:p>
        </p:txBody>
      </p:sp>
      <p:sp>
        <p:nvSpPr>
          <p:cNvPr id="29" name="Shape 24"/>
          <p:cNvSpPr/>
          <p:nvPr/>
        </p:nvSpPr>
        <p:spPr>
          <a:xfrm>
            <a:off x="8823960" y="4709160"/>
            <a:ext cx="2880360" cy="0"/>
          </a:xfrm>
          <a:prstGeom prst="line">
            <a:avLst/>
          </a:prstGeom>
          <a:noFill/>
          <a:ln w="12700">
            <a:solidFill>
              <a:srgbClr val="DDDE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5"/>
          <p:cNvSpPr/>
          <p:nvPr/>
        </p:nvSpPr>
        <p:spPr>
          <a:xfrm>
            <a:off x="8851392" y="482803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증상  </a:t>
            </a:r>
            <a:r>
              <a:rPr lang="en-US" sz="14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클릭돼도 판매 X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8851392" y="53035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처방  </a:t>
            </a:r>
            <a:r>
              <a:rPr lang="en-US" sz="1400" b="1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상세·옵션</a:t>
            </a:r>
            <a:r>
              <a:rPr lang="en-US" sz="14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</a:t>
            </a:r>
            <a:r>
              <a:rPr lang="ko-KR" altLang="en-US" sz="14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제외</a:t>
            </a:r>
            <a:r>
              <a:rPr lang="en-US" sz="1400" b="1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키워드</a:t>
            </a:r>
            <a:r>
              <a:rPr lang="en-US" sz="14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점검</a:t>
            </a:r>
            <a:endParaRPr lang="en-US" sz="1400" dirty="0"/>
          </a:p>
        </p:txBody>
      </p:sp>
      <p:sp>
        <p:nvSpPr>
          <p:cNvPr id="32" name="Text 27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용감한 용팀장 · 불사자 네이버 광고 가이드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10972800" y="641908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841248" cy="841248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assets/ic_ey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217" y="830641"/>
            <a:ext cx="386974" cy="3869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60350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원칙 eye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664208" y="950976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노출 0 → CPC를 10원씩 올린다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713232" y="2624328"/>
            <a:ext cx="146304" cy="146304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1024128" y="2496312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1주일간 광고 노출이 '0'인 상품 데이터를 찾습니다.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713232" y="3520440"/>
            <a:ext cx="146304" cy="146304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1024128" y="3392424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CPC 단가를 10원씩 올리며 노출이 시작되도록 관리합니다.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713232" y="4416552"/>
            <a:ext cx="146304" cy="146304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1024128" y="4288536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노출이 잡힐 때까지 조금씩 반복해 조정합니다.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8275320" y="2514600"/>
            <a:ext cx="3246120" cy="3063240"/>
          </a:xfrm>
          <a:prstGeom prst="roundRect">
            <a:avLst>
              <a:gd name="adj" fmla="val 3582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8275320" y="27889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C9CB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기준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366760" y="320040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CPC</a:t>
            </a:r>
            <a:endParaRPr lang="en-US" sz="3800" dirty="0"/>
          </a:p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+10원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8366760" y="48006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노출될 때까지</a:t>
            </a:r>
            <a:endParaRPr lang="en-US" sz="1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단계적으로 인상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용감한 용팀장 · 불사자 네이버 광고 가이드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972800" y="641908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841248" cy="841248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assets/ic_cli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217" y="830641"/>
            <a:ext cx="386974" cy="3869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60350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원칙 click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664208" y="950976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클릭률 1% 미만 → 썸네일을 손본다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713232" y="2624328"/>
            <a:ext cx="146304" cy="146304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1024128" y="2496312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노출은 되는데 클릭이 안 되는 상품을 찾습니다.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713232" y="3520440"/>
            <a:ext cx="146304" cy="146304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1024128" y="3392424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관리 기준: 클릭률(CTR)이 1% 미만이면 주의 대상입니다.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713232" y="4416552"/>
            <a:ext cx="146304" cy="146304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1024128" y="4288536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상품은 썸네일을 개선하는 것을 추천합니다.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8275320" y="2514600"/>
            <a:ext cx="3246120" cy="3063240"/>
          </a:xfrm>
          <a:prstGeom prst="roundRect">
            <a:avLst>
              <a:gd name="adj" fmla="val 3582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8275320" y="27889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C9CB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기준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366760" y="320040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CTR</a:t>
            </a:r>
            <a:endParaRPr lang="en-US" sz="3800" dirty="0"/>
          </a:p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&lt; 1%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8366760" y="48006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1% 미만이면</a:t>
            </a:r>
            <a:endParaRPr lang="en-US" sz="1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썸네일 개선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용감한 용팀장 · 불사자 네이버 광고 가이드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972800" y="641908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  <p:sp>
        <p:nvSpPr>
          <p:cNvPr id="18" name="TipCard">
            <a:extLst>
              <a:ext uri="{FF2B5EF4-FFF2-40B4-BE49-F238E27FC236}">
                <a16:creationId xmlns:a16="http://schemas.microsoft.com/office/drawing/2014/main" id="{7E032809-FD6C-4EB6-BCB7-561A1C6FBBD8}"/>
              </a:ext>
            </a:extLst>
          </p:cNvPr>
          <p:cNvSpPr/>
          <p:nvPr/>
        </p:nvSpPr>
        <p:spPr>
          <a:xfrm>
            <a:off x="635000" y="5461000"/>
            <a:ext cx="7162800" cy="838200"/>
          </a:xfrm>
          <a:prstGeom prst="roundRect">
            <a:avLst/>
          </a:prstGeom>
          <a:solidFill>
            <a:srgbClr val="2226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TipBar">
            <a:extLst>
              <a:ext uri="{FF2B5EF4-FFF2-40B4-BE49-F238E27FC236}">
                <a16:creationId xmlns:a16="http://schemas.microsoft.com/office/drawing/2014/main" id="{F8B93696-78DF-430B-A8F4-387C287D4A49}"/>
              </a:ext>
            </a:extLst>
          </p:cNvPr>
          <p:cNvSpPr/>
          <p:nvPr/>
        </p:nvSpPr>
        <p:spPr>
          <a:xfrm>
            <a:off x="635000" y="5461000"/>
            <a:ext cx="76200" cy="838200"/>
          </a:xfrm>
          <a:prstGeom prst="rect">
            <a:avLst/>
          </a:prstGeom>
          <a:solidFill>
            <a:srgbClr val="C75B6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ipLabel">
            <a:extLst>
              <a:ext uri="{FF2B5EF4-FFF2-40B4-BE49-F238E27FC236}">
                <a16:creationId xmlns:a16="http://schemas.microsoft.com/office/drawing/2014/main" id="{40957A12-6736-4B76-8C72-D5C49AB79BE3}"/>
              </a:ext>
            </a:extLst>
          </p:cNvPr>
          <p:cNvSpPr txBox="1"/>
          <p:nvPr/>
        </p:nvSpPr>
        <p:spPr>
          <a:xfrm>
            <a:off x="889000" y="5562600"/>
            <a:ext cx="152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b="1">
                <a:solidFill>
                  <a:srgbClr val="C75B6E"/>
                </a:solidFill>
                <a:latin typeface="맑은 고딕"/>
                <a:ea typeface="맑은 고딕"/>
              </a:rPr>
              <a:t>추가 꿀팁</a:t>
            </a:r>
          </a:p>
        </p:txBody>
      </p:sp>
      <p:sp>
        <p:nvSpPr>
          <p:cNvPr id="21" name="TipBody">
            <a:extLst>
              <a:ext uri="{FF2B5EF4-FFF2-40B4-BE49-F238E27FC236}">
                <a16:creationId xmlns:a16="http://schemas.microsoft.com/office/drawing/2014/main" id="{0FE36514-2FFF-4D94-BF75-6BD66895CF53}"/>
              </a:ext>
            </a:extLst>
          </p:cNvPr>
          <p:cNvSpPr txBox="1"/>
          <p:nvPr/>
        </p:nvSpPr>
        <p:spPr>
          <a:xfrm>
            <a:off x="889000" y="5816600"/>
            <a:ext cx="67056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EAE8F0"/>
                </a:solidFill>
                <a:latin typeface="맑은 고딕"/>
                <a:ea typeface="맑은 고딕"/>
              </a:rPr>
              <a:t>클릭률이 높은</a:t>
            </a:r>
            <a:r>
              <a:rPr lang="en-US" altLang="ko-KR" sz="1400">
                <a:solidFill>
                  <a:srgbClr val="EAE8F0"/>
                </a:solidFill>
                <a:latin typeface="맑은 고딕"/>
                <a:ea typeface="맑은 고딕"/>
              </a:rPr>
              <a:t>(2% </a:t>
            </a:r>
            <a:r>
              <a:rPr lang="ko-KR" altLang="en-US" sz="1400">
                <a:solidFill>
                  <a:srgbClr val="EAE8F0"/>
                </a:solidFill>
                <a:latin typeface="맑은 고딕"/>
                <a:ea typeface="맑은 고딕"/>
              </a:rPr>
              <a:t>이상</a:t>
            </a:r>
            <a:r>
              <a:rPr lang="en-US" altLang="ko-KR" sz="1400">
                <a:solidFill>
                  <a:srgbClr val="EAE8F0"/>
                </a:solidFill>
                <a:latin typeface="맑은 고딕"/>
                <a:ea typeface="맑은 고딕"/>
              </a:rPr>
              <a:t>) </a:t>
            </a:r>
            <a:r>
              <a:rPr lang="ko-KR" altLang="en-US" sz="1400">
                <a:solidFill>
                  <a:srgbClr val="EAE8F0"/>
                </a:solidFill>
                <a:latin typeface="맑은 고딕"/>
                <a:ea typeface="맑은 고딕"/>
              </a:rPr>
              <a:t>제품은 상세페이지와 옵션이 깔끔하게 잘 되어 있는지 확인하면 매출을 올리는 데 큰 도움이 됩니다</a:t>
            </a:r>
            <a:r>
              <a:rPr lang="en-US" altLang="ko-KR" sz="1400">
                <a:solidFill>
                  <a:srgbClr val="EAE8F0"/>
                </a:solidFill>
                <a:latin typeface="맑은 고딕"/>
                <a:ea typeface="맑은 고딕"/>
              </a:rPr>
              <a:t>.</a:t>
            </a:r>
            <a:endParaRPr lang="ko-KR" altLang="en-US" sz="1400">
              <a:solidFill>
                <a:srgbClr val="EAE8F0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841248" cy="841248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assets/ic_c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217" y="830641"/>
            <a:ext cx="386974" cy="3869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60350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원칙 ③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664208" y="950976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클릭은 받는데 안 팔린다 → 상세·옵션·키워드 점검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640080" y="2240280"/>
            <a:ext cx="5285232" cy="2423160"/>
          </a:xfrm>
          <a:prstGeom prst="roundRect">
            <a:avLst>
              <a:gd name="adj" fmla="val 3774"/>
            </a:avLst>
          </a:prstGeom>
          <a:solidFill>
            <a:srgbClr val="1E2130"/>
          </a:solidFill>
          <a:ln w="12700">
            <a:solidFill>
              <a:srgbClr val="DDDEE3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932688" y="2514600"/>
            <a:ext cx="566928" cy="566928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assets/ic_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759" y="2667671"/>
            <a:ext cx="260787" cy="26078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45920" y="254203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상세페이지 · 옵션명 점검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1005840" y="324612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전환율 4~5% 이상을 목표로 합니다.</a:t>
            </a:r>
            <a:endParaRPr lang="en-US" sz="135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클릭 20~30회에도 한 번도 안 팔린 상품을 손봅니다.</a:t>
            </a:r>
            <a:endParaRPr lang="en-US" sz="135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상세페이지와 옵션명을 점검·개선합니다.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263640" y="2240280"/>
            <a:ext cx="5285232" cy="2423160"/>
          </a:xfrm>
          <a:prstGeom prst="roundRect">
            <a:avLst>
              <a:gd name="adj" fmla="val 3774"/>
            </a:avLst>
          </a:prstGeom>
          <a:solidFill>
            <a:srgbClr val="1E2130"/>
          </a:solidFill>
          <a:ln w="12700">
            <a:solidFill>
              <a:srgbClr val="DDDEE3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6556248" y="2514600"/>
            <a:ext cx="566928" cy="566928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2" descr="assets/ic_b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9319" y="2667671"/>
            <a:ext cx="260787" cy="26078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269480" y="254203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제외 키워드 관리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6629400" y="324612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키워드로 노출됐는지 확인합니다.</a:t>
            </a:r>
            <a:endParaRPr lang="en-US" sz="135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상품과 무관한 키워드는 [제외 단어]에 추가합니다.</a:t>
            </a:r>
            <a:endParaRPr lang="en-US" sz="135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무관한 노출은 광고비만 새는 것입니다.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40080" y="489204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141621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2"/>
          <p:cNvSpPr/>
          <p:nvPr/>
        </p:nvSpPr>
        <p:spPr>
          <a:xfrm>
            <a:off x="914400" y="5102352"/>
            <a:ext cx="548640" cy="548640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3" descr="assets/ic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533" y="5250485"/>
            <a:ext cx="252374" cy="25237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00200" y="4892040"/>
            <a:ext cx="9692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9CB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 </a:t>
            </a: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불필요한 광고비 낭비를 막아, ROAS를 점점 높게 가져갑니다.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용감한 용팀장 · 불사자 네이버 광고 가이드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0972800" y="641908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777240"/>
            <a:ext cx="640080" cy="640080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assets/ic_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062" y="950062"/>
            <a:ext cx="294437" cy="2944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7772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9CB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불사자 통합관리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77240" y="182880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모든 관리,</a:t>
            </a:r>
            <a:endParaRPr lang="en-US" sz="4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불사자 안에서 한 번에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804672" y="370332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AEB0B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노출·클릭·전환 관리를 불사자에서 통합 관리할 수 있도록</a:t>
            </a:r>
            <a:endParaRPr lang="en-US" sz="17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AEB0B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광고대행사와 함께 개발하고 있습니다.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732520" y="1783080"/>
            <a:ext cx="2834640" cy="1078992"/>
          </a:xfrm>
          <a:prstGeom prst="roundRect">
            <a:avLst>
              <a:gd name="adj" fmla="val 8475"/>
            </a:avLst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9006840" y="192938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6D9D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006840" y="229514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체험판으로 사용 가능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8732520" y="3063240"/>
            <a:ext cx="2834640" cy="1078992"/>
          </a:xfrm>
          <a:prstGeom prst="roundRect">
            <a:avLst>
              <a:gd name="adj" fmla="val 8475"/>
            </a:avLst>
          </a:prstGeom>
          <a:solidFill>
            <a:srgbClr val="20222E"/>
          </a:solidFill>
          <a:ln w="12700">
            <a:solidFill>
              <a:srgbClr val="3437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9006840" y="320954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9CB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정식 사용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006840" y="357530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광고대행사 등록 시 사용 가능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8732520" y="4343400"/>
            <a:ext cx="2834640" cy="1078992"/>
          </a:xfrm>
          <a:prstGeom prst="roundRect">
            <a:avLst>
              <a:gd name="adj" fmla="val 8475"/>
            </a:avLst>
          </a:prstGeom>
          <a:solidFill>
            <a:srgbClr val="20222E"/>
          </a:solidFill>
          <a:ln w="12700">
            <a:solidFill>
              <a:srgbClr val="3437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9006840" y="448970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9CB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대행사 등록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006840" y="485546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사항은 추후 공지 예정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804672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용감한 용팀장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A33C4E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417320" y="41148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이벤트 필드로 클릭 유도 문구 띄우기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68680" y="1673352"/>
            <a:ext cx="621792" cy="621792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81965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371600"/>
            <a:ext cx="9601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목표
</a:t>
            </a:r>
            <a:r>
              <a:rPr lang="en-US" sz="15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검색결과에 클릭 유도 문구를 띄워 클릭률(CTR)을 끌어올린다.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880360"/>
            <a:ext cx="502920" cy="502920"/>
          </a:xfrm>
          <a:prstGeom prst="ellipse">
            <a:avLst/>
          </a:prstGeom>
          <a:solidFill>
            <a:srgbClr val="23263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2999232"/>
            <a:ext cx="265176" cy="2651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8803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내용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566928" y="3474720"/>
            <a:ext cx="109728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이벤트 필드란 &amp; 신청 방법 — 검색결과 내 상품에 이벤트 문구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영역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</a:t>
            </a:r>
            <a:endParaRPr lang="en-US" sz="1450" dirty="0">
              <a:solidFill>
                <a:srgbClr val="C9CBD4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클릭 유도 문구 작성 — 예) "왜 이 가격에 이 퀄리티? · 상세페이지에서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확인하세요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!!“</a:t>
            </a:r>
          </a:p>
          <a:p>
            <a:pPr marL="0" indent="0" algn="l">
              <a:lnSpc>
                <a:spcPct val="120000"/>
              </a:lnSpc>
              <a:buNone/>
            </a:pP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문구가 내 상품과 함께 노출되도록 설정하는 법</a:t>
            </a:r>
            <a:endParaRPr lang="en-US" sz="14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24800" y="-1463040"/>
            <a:ext cx="6705600" cy="6705600"/>
          </a:xfrm>
          <a:prstGeom prst="ellipse">
            <a:avLst/>
          </a:prstGeom>
          <a:solidFill>
            <a:srgbClr val="E8B84B">
              <a:alpha val="15000"/>
            </a:srgbClr>
          </a:solidFill>
          <a:ln w="12700">
            <a:solidFill>
              <a:srgbClr val="E8B84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1828800" y="3901440"/>
            <a:ext cx="4876800" cy="4876800"/>
          </a:xfrm>
          <a:prstGeom prst="ellipse">
            <a:avLst/>
          </a:prstGeom>
          <a:solidFill>
            <a:srgbClr val="7B2D3E">
              <a:alpha val="20000"/>
            </a:srgbClr>
          </a:solidFill>
          <a:ln w="12700">
            <a:solidFill>
              <a:srgbClr val="7B2D3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31520" y="1219200"/>
            <a:ext cx="107289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8B8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이벤트필드(EP)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2097024"/>
            <a:ext cx="107289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완전정복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731520" y="3194304"/>
            <a:ext cx="6705600" cy="60960"/>
          </a:xfrm>
          <a:prstGeom prst="rect">
            <a:avLst/>
          </a:prstGeom>
          <a:solidFill>
            <a:srgbClr val="7B2D3E"/>
          </a:solidFill>
          <a:ln w="12700">
            <a:solidFill>
              <a:srgbClr val="7B2D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3389376"/>
            <a:ext cx="1072896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상품이 노출됐을 때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클릭을 만들어내는 숨겨진 한 줄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6217920"/>
            <a:ext cx="10972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용감한 용팀장 실전반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A33C4E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87680" y="73152"/>
            <a:ext cx="11216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EP(이벤트필드)란? — 가격비교에서 내 상품을 돋보이게 하는 한 줄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522720"/>
            <a:ext cx="12192000" cy="335280"/>
          </a:xfrm>
          <a:prstGeom prst="rect">
            <a:avLst/>
          </a:prstGeom>
          <a:solidFill>
            <a:srgbClr val="232634"/>
          </a:solidFill>
          <a:ln w="12700">
            <a:solidFill>
              <a:srgbClr val="2C3F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365760" y="6522720"/>
            <a:ext cx="114604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용감한 용팀장 실전반  |  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87680" y="1036320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 가격비교에서 검색하면...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1645920"/>
            <a:ext cx="3657600" cy="16581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06880" y="3364992"/>
            <a:ext cx="12192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AE8F0"/>
                </a:solidFill>
              </a:rPr>
              <a:t>↓</a:t>
            </a:r>
            <a:endParaRPr lang="en-US" sz="16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3779520"/>
            <a:ext cx="6705600" cy="227990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559040" y="999744"/>
            <a:ext cx="4267200" cy="1280160"/>
          </a:xfrm>
          <a:prstGeom prst="roundRect">
            <a:avLst>
              <a:gd name="adj" fmla="val 9524"/>
            </a:avLst>
          </a:prstGeom>
          <a:solidFill>
            <a:srgbClr val="1E2130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7"/>
          <p:cNvSpPr/>
          <p:nvPr/>
        </p:nvSpPr>
        <p:spPr>
          <a:xfrm>
            <a:off x="7741920" y="1097280"/>
            <a:ext cx="39014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🎯  이게 바로 EP!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7741920" y="1511808"/>
            <a:ext cx="39014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"알림받기 고객 2% 중복 할인쿠폰"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← 판매자가 직접 입력한 이벤트 문구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7559040" y="2499360"/>
            <a:ext cx="4267200" cy="1097280"/>
          </a:xfrm>
          <a:prstGeom prst="roundRect">
            <a:avLst>
              <a:gd name="adj" fmla="val 11111"/>
            </a:avLst>
          </a:prstGeom>
          <a:solidFill>
            <a:srgbClr val="1E2130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0"/>
          <p:cNvSpPr/>
          <p:nvPr/>
        </p:nvSpPr>
        <p:spPr>
          <a:xfrm>
            <a:off x="7705344" y="2621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👀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8314944" y="2584704"/>
            <a:ext cx="33528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경쟁 상품과 차별화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눈에 띄는 시각적 요소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559040" y="3779520"/>
            <a:ext cx="4267200" cy="1097280"/>
          </a:xfrm>
          <a:prstGeom prst="roundRect">
            <a:avLst>
              <a:gd name="adj" fmla="val 11111"/>
            </a:avLst>
          </a:prstGeom>
          <a:solidFill>
            <a:srgbClr val="1E2130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3"/>
          <p:cNvSpPr/>
          <p:nvPr/>
        </p:nvSpPr>
        <p:spPr>
          <a:xfrm>
            <a:off x="7705344" y="3901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🖱️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8314944" y="3864864"/>
            <a:ext cx="33528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상품을 관리하는 느낌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클릭률 상승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7559040" y="5059680"/>
            <a:ext cx="4267200" cy="1097280"/>
          </a:xfrm>
          <a:prstGeom prst="roundRect">
            <a:avLst>
              <a:gd name="adj" fmla="val 11111"/>
            </a:avLst>
          </a:prstGeom>
          <a:solidFill>
            <a:srgbClr val="1E2130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6"/>
          <p:cNvSpPr/>
          <p:nvPr/>
        </p:nvSpPr>
        <p:spPr>
          <a:xfrm>
            <a:off x="7705344" y="518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8314944" y="5145024"/>
            <a:ext cx="33528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할인·리뷰·이벤트 정보를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한눈에 전달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A33C4E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87680" y="73152"/>
            <a:ext cx="11216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문제: 입력해도 왜 노출이 안 될까?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522720"/>
            <a:ext cx="12192000" cy="335280"/>
          </a:xfrm>
          <a:prstGeom prst="rect">
            <a:avLst/>
          </a:prstGeom>
          <a:solidFill>
            <a:srgbClr val="232634"/>
          </a:solidFill>
          <a:ln w="12700">
            <a:solidFill>
              <a:srgbClr val="2C3F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365760" y="6522720"/>
            <a:ext cx="114604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용감한 용팀장 실전반  |  02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87680" y="999744"/>
            <a:ext cx="67056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  상품 수정에서 입력 위치 찾기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1524000"/>
            <a:ext cx="3048000" cy="8900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718560" y="1682496"/>
            <a:ext cx="3169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개별 상품 수정 화면 아래쪽 버튼 클릭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87680" y="2621280"/>
            <a:ext cx="67056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  이벤트 문구 입력</a:t>
            </a:r>
            <a:endParaRPr lang="en-US" sz="13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3169920"/>
            <a:ext cx="6705600" cy="7193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7680" y="3974592"/>
            <a:ext cx="67056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제일 아래 '이벤트' 란에 문구 입력 후 저장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437120" y="999744"/>
            <a:ext cx="4450080" cy="3169920"/>
          </a:xfrm>
          <a:prstGeom prst="roundRect">
            <a:avLst>
              <a:gd name="adj" fmla="val 4615"/>
            </a:avLst>
          </a:prstGeom>
          <a:solidFill>
            <a:srgbClr val="1E2130"/>
          </a:solidFill>
          <a:ln w="12700">
            <a:solidFill>
              <a:srgbClr val="F5A3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9"/>
          <p:cNvSpPr/>
          <p:nvPr/>
        </p:nvSpPr>
        <p:spPr>
          <a:xfrm>
            <a:off x="7437120" y="1158240"/>
            <a:ext cx="445008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⚠️</a:t>
            </a:r>
            <a:endParaRPr lang="en-US" sz="3600" dirty="0"/>
          </a:p>
        </p:txBody>
      </p:sp>
      <p:sp>
        <p:nvSpPr>
          <p:cNvPr id="14" name="Text 10"/>
          <p:cNvSpPr/>
          <p:nvPr/>
        </p:nvSpPr>
        <p:spPr>
          <a:xfrm>
            <a:off x="7559040" y="2048256"/>
            <a:ext cx="42062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많은 셀러가 모르는 함정!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559040" y="2560320"/>
            <a:ext cx="420624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문구를 입력하고 저장해도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EP가 가격비교에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자동으로 노출되지 않습니다!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87680" y="4511040"/>
            <a:ext cx="11216640" cy="1828800"/>
          </a:xfrm>
          <a:prstGeom prst="roundRect">
            <a:avLst>
              <a:gd name="adj" fmla="val 6667"/>
            </a:avLst>
          </a:prstGeom>
          <a:solidFill>
            <a:srgbClr val="1E2130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3"/>
          <p:cNvSpPr/>
          <p:nvPr/>
        </p:nvSpPr>
        <p:spPr>
          <a:xfrm>
            <a:off x="792480" y="4632960"/>
            <a:ext cx="106070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B8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해결 방법이 있다!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792480" y="5120640"/>
            <a:ext cx="10607040" cy="1072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쇼핑파트너센터에서 별도로 'EP 노출 신청'을 해야 가격비교에 이벤트 문구가 표시됩니다.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아는 셀러만 쓰는 클릭률 향상 꿀팁 → 다음 슬라이드에서 바로 알아봅시다!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A33C4E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87680" y="73152"/>
            <a:ext cx="11216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STEP 1~2: 쇼핑파트너센터 &gt; 상품관리 진입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522720"/>
            <a:ext cx="12192000" cy="335280"/>
          </a:xfrm>
          <a:prstGeom prst="rect">
            <a:avLst/>
          </a:prstGeom>
          <a:solidFill>
            <a:srgbClr val="232634"/>
          </a:solidFill>
          <a:ln w="12700">
            <a:solidFill>
              <a:srgbClr val="2C3F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365760" y="6522720"/>
            <a:ext cx="114604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용감한 용팀장 실전반  |  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87680" y="999744"/>
            <a:ext cx="112166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  판매자센터 상단 메뉴에서 쇼핑파트너센터 클릭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1524000"/>
            <a:ext cx="11216640" cy="11338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730240" y="2731008"/>
            <a:ext cx="7315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A9A2"/>
                </a:solidFill>
              </a:rPr>
              <a:t>▼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87680" y="3230880"/>
            <a:ext cx="112166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  쇼핑파트너센터 상단 탭에서 상품관리 클릭</a:t>
            </a:r>
            <a:endParaRPr lang="en-US" sz="13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3755136"/>
            <a:ext cx="11216640" cy="119481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87680" y="5145024"/>
            <a:ext cx="11216640" cy="1072896"/>
          </a:xfrm>
          <a:prstGeom prst="roundRect">
            <a:avLst>
              <a:gd name="adj" fmla="val 11364"/>
            </a:avLst>
          </a:prstGeom>
          <a:solidFill>
            <a:srgbClr val="1E2130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792480" y="5242560"/>
            <a:ext cx="10607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 스마트스토어센터와 쇼핑파트너센터는 다릅니다!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상단 메뉴에서 반드시 '쇼핑파트너센터'로 이동 후 상품관리 탭을 클릭하세요.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A33C4E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87680" y="73152"/>
            <a:ext cx="11216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STEP 3: EP노출상태 '요청' 버튼 클릭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522720"/>
            <a:ext cx="12192000" cy="335280"/>
          </a:xfrm>
          <a:prstGeom prst="rect">
            <a:avLst/>
          </a:prstGeom>
          <a:solidFill>
            <a:srgbClr val="232634"/>
          </a:solidFill>
          <a:ln w="12700">
            <a:solidFill>
              <a:srgbClr val="2C3F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365760" y="6522720"/>
            <a:ext cx="114604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용감한 용팀장 실전반  |  04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87680" y="999744"/>
            <a:ext cx="1121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상품관리 클릭 후 → 상품정보 수신현황 화면에서 오른쪽 끝 '요청' 버튼 클릭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1645920"/>
            <a:ext cx="11216640" cy="23286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87680" y="4206240"/>
            <a:ext cx="11216640" cy="2072640"/>
          </a:xfrm>
          <a:prstGeom prst="roundRect">
            <a:avLst>
              <a:gd name="adj" fmla="val 5882"/>
            </a:avLst>
          </a:prstGeom>
          <a:solidFill>
            <a:srgbClr val="1E2130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792480" y="4328160"/>
            <a:ext cx="106070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👉  여기서 체크!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92480" y="4840224"/>
            <a:ext cx="1060704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EP노출상태 항목 오른쪽 끝에 있는  </a:t>
            </a:r>
            <a:r>
              <a:rPr lang="en-US" sz="13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'요청'</a:t>
            </a:r>
            <a:r>
              <a:rPr lang="en-US" sz="13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버튼을 클릭합니다.
버튼 클릭 시 EP 등록 팝업창이 뜹니다 → 다음 슬라이드에서 작성 방법을 확인하세요!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A33C4E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87680" y="73152"/>
            <a:ext cx="11216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STEP 4: 요청사유 작성 후 '등록요청' 클릭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522720"/>
            <a:ext cx="12192000" cy="335280"/>
          </a:xfrm>
          <a:prstGeom prst="rect">
            <a:avLst/>
          </a:prstGeom>
          <a:solidFill>
            <a:srgbClr val="232634"/>
          </a:solidFill>
          <a:ln w="12700">
            <a:solidFill>
              <a:srgbClr val="2C3F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365760" y="6522720"/>
            <a:ext cx="114604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용감한 용팀장 실전반  |  05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87680" y="999744"/>
            <a:ext cx="1121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팝업창에서 요청사유 간단히 입력 후 '등록요청' 클릭 → 1~2일 내 자동 승인!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1682496"/>
            <a:ext cx="7559040" cy="40721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351520" y="1682496"/>
            <a:ext cx="3413760" cy="4072128"/>
          </a:xfrm>
          <a:prstGeom prst="roundRect">
            <a:avLst>
              <a:gd name="adj" fmla="val 3571"/>
            </a:avLst>
          </a:prstGeom>
          <a:solidFill>
            <a:srgbClr val="1E2130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8510016" y="1828800"/>
            <a:ext cx="30480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  작성 가이드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510016" y="2462784"/>
            <a:ext cx="3048000" cy="999744"/>
          </a:xfrm>
          <a:prstGeom prst="roundRect">
            <a:avLst>
              <a:gd name="adj" fmla="val 9756"/>
            </a:avLst>
          </a:prstGeom>
          <a:solidFill>
            <a:srgbClr val="1E2130"/>
          </a:solidFill>
          <a:ln w="12700">
            <a:solidFill>
              <a:srgbClr val="E0E8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8631936" y="2535936"/>
            <a:ext cx="280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EP노출상태 설정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631936" y="2926080"/>
            <a:ext cx="28041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'노출중' 선택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510016" y="3584448"/>
            <a:ext cx="3048000" cy="999744"/>
          </a:xfrm>
          <a:prstGeom prst="roundRect">
            <a:avLst>
              <a:gd name="adj" fmla="val 9756"/>
            </a:avLst>
          </a:prstGeom>
          <a:solidFill>
            <a:srgbClr val="1E2130"/>
          </a:solidFill>
          <a:ln w="12700">
            <a:solidFill>
              <a:srgbClr val="E0E8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8631936" y="3657600"/>
            <a:ext cx="280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요청사유 입력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631936" y="4047744"/>
            <a:ext cx="28041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"리뷰이벤트 진행을 위해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EP노출 신청합니다"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510016" y="4706112"/>
            <a:ext cx="3048000" cy="999744"/>
          </a:xfrm>
          <a:prstGeom prst="roundRect">
            <a:avLst>
              <a:gd name="adj" fmla="val 9756"/>
            </a:avLst>
          </a:prstGeom>
          <a:solidFill>
            <a:srgbClr val="1E2130"/>
          </a:solidFill>
          <a:ln w="12700">
            <a:solidFill>
              <a:srgbClr val="E0E8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8631936" y="4779264"/>
            <a:ext cx="280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등록요청 클릭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631936" y="5169408"/>
            <a:ext cx="28041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버튼 클릭 후 완료!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351520" y="5949696"/>
            <a:ext cx="3413760" cy="755904"/>
          </a:xfrm>
          <a:prstGeom prst="roundRect">
            <a:avLst>
              <a:gd name="adj" fmla="val 12903"/>
            </a:avLst>
          </a:prstGeom>
          <a:solidFill>
            <a:srgbClr val="232634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8351520" y="5949696"/>
            <a:ext cx="341376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B8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⏱  승인까지 약 1~2일!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A33C4E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87680" y="73152"/>
            <a:ext cx="11216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EP 문구, AI와 함께 만들어보자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522720"/>
            <a:ext cx="12192000" cy="335280"/>
          </a:xfrm>
          <a:prstGeom prst="rect">
            <a:avLst/>
          </a:prstGeom>
          <a:solidFill>
            <a:srgbClr val="232634"/>
          </a:solidFill>
          <a:ln w="12700">
            <a:solidFill>
              <a:srgbClr val="2C3F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365760" y="6522720"/>
            <a:ext cx="114604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용감한 용팀장 실전반  |  06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87680" y="1036320"/>
            <a:ext cx="60960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EP 문구 작성 3단계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7680" y="1645920"/>
            <a:ext cx="6339840" cy="1280160"/>
          </a:xfrm>
          <a:prstGeom prst="roundRect">
            <a:avLst>
              <a:gd name="adj" fmla="val 9524"/>
            </a:avLst>
          </a:prstGeom>
          <a:solidFill>
            <a:srgbClr val="1E2130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70560" y="1950720"/>
            <a:ext cx="585216" cy="585216"/>
          </a:xfrm>
          <a:prstGeom prst="ellipse">
            <a:avLst/>
          </a:prstGeom>
          <a:solidFill>
            <a:srgbClr val="A33C4E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70560" y="1950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02080" y="1743456"/>
            <a:ext cx="52425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🤖  AI에게 요청하기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02080" y="2218944"/>
            <a:ext cx="52425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ChatGPT, Claude 등 AI 챗봇에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상품 정보와 이벤트 내용 전달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7680" y="3108960"/>
            <a:ext cx="6339840" cy="1280160"/>
          </a:xfrm>
          <a:prstGeom prst="roundRect">
            <a:avLst>
              <a:gd name="adj" fmla="val 9524"/>
            </a:avLst>
          </a:prstGeom>
          <a:solidFill>
            <a:srgbClr val="1E2130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670560" y="3413760"/>
            <a:ext cx="585216" cy="585216"/>
          </a:xfrm>
          <a:prstGeom prst="ellipse">
            <a:avLst/>
          </a:prstGeom>
          <a:solidFill>
            <a:srgbClr val="A33C4E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70560" y="34137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02080" y="3206496"/>
            <a:ext cx="52425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🎯  핵심 정보 알려주기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02080" y="3681984"/>
            <a:ext cx="52425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상품명 + 진행 중인 이벤트 +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타겟 고객층을 함께 입력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7680" y="4572000"/>
            <a:ext cx="6339840" cy="1280160"/>
          </a:xfrm>
          <a:prstGeom prst="roundRect">
            <a:avLst>
              <a:gd name="adj" fmla="val 9524"/>
            </a:avLst>
          </a:prstGeom>
          <a:solidFill>
            <a:srgbClr val="1E2130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70560" y="4876800"/>
            <a:ext cx="585216" cy="585216"/>
          </a:xfrm>
          <a:prstGeom prst="ellipse">
            <a:avLst/>
          </a:prstGeom>
          <a:solidFill>
            <a:srgbClr val="A33C4E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70560" y="48768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02080" y="4669536"/>
            <a:ext cx="52425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✏️  문구 다듬어 적용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02080" y="5145024"/>
            <a:ext cx="52425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생성 문구를 내 언어로 수정 후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이벤트 란에 붙여넣기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132320" y="999744"/>
            <a:ext cx="4632960" cy="512064"/>
          </a:xfrm>
          <a:prstGeom prst="roundRect">
            <a:avLst>
              <a:gd name="adj" fmla="val 14286"/>
            </a:avLst>
          </a:prstGeom>
          <a:solidFill>
            <a:srgbClr val="232634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7132320" y="999744"/>
            <a:ext cx="463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💬  AI 프롬프트 예시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132320" y="1609344"/>
            <a:ext cx="4632960" cy="3230880"/>
          </a:xfrm>
          <a:prstGeom prst="roundRect">
            <a:avLst>
              <a:gd name="adj" fmla="val 3774"/>
            </a:avLst>
          </a:prstGeom>
          <a:solidFill>
            <a:srgbClr val="1E2130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7376160" y="1804416"/>
            <a:ext cx="416966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네이버 스마트스토어에서
</a:t>
            </a: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[상품명]</a:t>
            </a:r>
            <a:r>
              <a:rPr lang="en-US" sz="12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판매 중이야.
현재 진행 이벤트:
</a:t>
            </a: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[이벤트 내용]
</a:t>
            </a:r>
            <a:r>
              <a:rPr lang="en-US" sz="12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가격비교 검색 결과에 함께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노출되는 EP 문구를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30자 이내로 5가지 만들어줘.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132320" y="4998720"/>
            <a:ext cx="4632960" cy="1341120"/>
          </a:xfrm>
          <a:prstGeom prst="roundRect">
            <a:avLst>
              <a:gd name="adj" fmla="val 9091"/>
            </a:avLst>
          </a:prstGeom>
          <a:solidFill>
            <a:srgbClr val="1E2130"/>
          </a:solidFill>
          <a:ln w="12700">
            <a:solidFill>
              <a:srgbClr val="F5A3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7376160" y="5084064"/>
            <a:ext cx="4169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 EP 문구 예시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76160" y="5474208"/>
            <a:ext cx="4169664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"알림받기 고객 5% 추가 할인 중"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"리뷰 작성 시 500포인트 즉시 지급"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"오늘만! 구매 시 사은품 증정"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4400" y="-975360"/>
            <a:ext cx="5486400" cy="5486400"/>
          </a:xfrm>
          <a:prstGeom prst="ellipse">
            <a:avLst/>
          </a:prstGeom>
          <a:solidFill>
            <a:srgbClr val="7B2D3E">
              <a:alpha val="18000"/>
            </a:srgbClr>
          </a:solidFill>
          <a:ln w="12700">
            <a:solidFill>
              <a:srgbClr val="7B2D3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72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B8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핵심 정리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121664"/>
            <a:ext cx="1072896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EP 노출, 이렇게 하면 된다!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2316480"/>
            <a:ext cx="585216" cy="585216"/>
          </a:xfrm>
          <a:prstGeom prst="ellipse">
            <a:avLst/>
          </a:prstGeom>
          <a:solidFill>
            <a:srgbClr val="7B2D3E"/>
          </a:solidFill>
          <a:ln w="12700">
            <a:solidFill>
              <a:srgbClr val="7B2D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31520" y="23164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87424" y="2218944"/>
            <a:ext cx="101193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가격비교 노출 시 함께 뜨는 이벤트 문구 = EP(이벤트필드)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316224"/>
            <a:ext cx="585216" cy="585216"/>
          </a:xfrm>
          <a:prstGeom prst="ellipse">
            <a:avLst/>
          </a:prstGeom>
          <a:solidFill>
            <a:srgbClr val="7B2D3E"/>
          </a:solidFill>
          <a:ln w="12700">
            <a:solidFill>
              <a:srgbClr val="7B2D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31520" y="331622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87424" y="3218688"/>
            <a:ext cx="101193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수정에서 입력만으론 노출 안 됨 → 쇼핑파트너센터에서 별도 신청 필요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4315968"/>
            <a:ext cx="585216" cy="585216"/>
          </a:xfrm>
          <a:prstGeom prst="ellipse">
            <a:avLst/>
          </a:prstGeom>
          <a:solidFill>
            <a:srgbClr val="7B2D3E"/>
          </a:solidFill>
          <a:ln w="12700">
            <a:solidFill>
              <a:srgbClr val="7B2D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31520" y="431596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87424" y="4218432"/>
            <a:ext cx="101193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쇼핑파트너센터 &gt; 상품관리 &gt; EP노출상태 &gt; 요청 → 1~2일 내 승인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5315712"/>
            <a:ext cx="585216" cy="585216"/>
          </a:xfrm>
          <a:prstGeom prst="ellipse">
            <a:avLst/>
          </a:prstGeom>
          <a:solidFill>
            <a:srgbClr val="7B2D3E"/>
          </a:solidFill>
          <a:ln w="12700">
            <a:solidFill>
              <a:srgbClr val="7B2D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31520" y="53157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87424" y="5218176"/>
            <a:ext cx="101193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EP 문구는 AI(ChatGPT, Claude)와 협력해서 내 상품에 맞게 직접 작성!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6339840"/>
            <a:ext cx="10972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용감한 용팀장 실전반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A33C4E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417320" y="41148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상세페이지 워터마크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68680" y="1673352"/>
            <a:ext cx="621792" cy="621792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81965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371600"/>
            <a:ext cx="9601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목표
</a:t>
            </a:r>
            <a:r>
              <a:rPr lang="en-US" sz="15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공들인 상세페이지를 남이 베끼지 못하도록 워터마크로 보호한다.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880360"/>
            <a:ext cx="502920" cy="502920"/>
          </a:xfrm>
          <a:prstGeom prst="ellipse">
            <a:avLst/>
          </a:prstGeom>
          <a:solidFill>
            <a:srgbClr val="23263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2999232"/>
            <a:ext cx="265176" cy="2651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8803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내용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566928" y="3474720"/>
            <a:ext cx="10972800" cy="1815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워터마크가 필요한 이유 — 상세페이지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도용·카피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방지</a:t>
            </a:r>
            <a:endParaRPr lang="en-US" sz="1450" dirty="0">
              <a:solidFill>
                <a:srgbClr val="C9CBD4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워터마크 넣는 방법 — 티 안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나게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불투명도 낮추기</a:t>
            </a:r>
            <a:r>
              <a:rPr lang="en-US" altLang="ko-KR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그러나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식별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가능하게</a:t>
            </a:r>
            <a:endParaRPr lang="en-US" sz="1450" dirty="0">
              <a:solidFill>
                <a:srgbClr val="C9CBD4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도용 발견 시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또는 규정위반을 찾아서 신고</a:t>
            </a:r>
            <a:r>
              <a:rPr lang="en-US" altLang="ko-KR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endParaRPr lang="en-US" sz="14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48640" y="390144"/>
            <a:ext cx="670560" cy="670560"/>
          </a:xfrm>
          <a:prstGeom prst="ellipse">
            <a:avLst/>
          </a:prstGeom>
          <a:solidFill>
            <a:srgbClr val="A33C4E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67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AE8F0"/>
                </a:solidFill>
              </a:rPr>
              <a:t>🔥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41120" y="463296"/>
            <a:ext cx="4876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8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용감한 용팀장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09600" y="2194560"/>
            <a:ext cx="85344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포토스케이프X 활용 가이드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9600" y="2682240"/>
            <a:ext cx="9753600" cy="2438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워터마크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넣는 방법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609600" y="5242560"/>
            <a:ext cx="97536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편집  ·  일괄 편집  ·  이어붙이기로 상세페이지 완성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41376"/>
            <a:ext cx="109728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9600" y="670560"/>
            <a:ext cx="109728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흐름 한눈에 보기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600" y="1463040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제작 → 워터마크 삽입 → 저장 → 이어붙이기.  이 흐름이 내 상세페이지를 완성합니다.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33600"/>
            <a:ext cx="2560320" cy="3901440"/>
          </a:xfrm>
          <a:prstGeom prst="roundRect">
            <a:avLst>
              <a:gd name="adj" fmla="val 4762"/>
            </a:avLst>
          </a:prstGeom>
          <a:solidFill>
            <a:srgbClr val="1E2130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731520" y="2340864"/>
            <a:ext cx="609600" cy="609600"/>
          </a:xfrm>
          <a:prstGeom prst="ellipse">
            <a:avLst/>
          </a:prstGeom>
          <a:solidFill>
            <a:srgbClr val="A33C4E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31520" y="2340864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33600" y="2292096"/>
            <a:ext cx="79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AE8F0"/>
                </a:solidFill>
              </a:rPr>
              <a:t>🖼️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70560" y="3145536"/>
            <a:ext cx="231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편집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402080" y="3755136"/>
            <a:ext cx="853440" cy="48768"/>
          </a:xfrm>
          <a:prstGeom prst="rect">
            <a:avLst/>
          </a:prstGeom>
          <a:solidFill>
            <a:srgbClr val="A33C4E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70560" y="3901440"/>
            <a:ext cx="2316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워터마크 넣을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1장 작업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33344" y="3474720"/>
            <a:ext cx="268224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A9A2"/>
                </a:solidFill>
              </a:rPr>
              <a:t>›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413760" y="2133600"/>
            <a:ext cx="2560320" cy="3901440"/>
          </a:xfrm>
          <a:prstGeom prst="roundRect">
            <a:avLst>
              <a:gd name="adj" fmla="val 4762"/>
            </a:avLst>
          </a:prstGeom>
          <a:solidFill>
            <a:srgbClr val="1E2130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596640" y="2340864"/>
            <a:ext cx="609600" cy="609600"/>
          </a:xfrm>
          <a:prstGeom prst="ellipse">
            <a:avLst/>
          </a:prstGeom>
          <a:solidFill>
            <a:srgbClr val="A33C4E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596640" y="2340864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98720" y="2292096"/>
            <a:ext cx="79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AE8F0"/>
                </a:solidFill>
              </a:rPr>
              <a:t>🔤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535680" y="3145536"/>
            <a:ext cx="231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 설정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67200" y="3755136"/>
            <a:ext cx="853440" cy="48768"/>
          </a:xfrm>
          <a:prstGeom prst="rect">
            <a:avLst/>
          </a:prstGeom>
          <a:solidFill>
            <a:srgbClr val="A33C4E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3535680" y="3901440"/>
            <a:ext cx="2316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브랜드명 입력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폰트·크기·불투명도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98464" y="3474720"/>
            <a:ext cx="268224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A9A2"/>
                </a:solidFill>
              </a:rPr>
              <a:t>›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278880" y="2133600"/>
            <a:ext cx="2560320" cy="3901440"/>
          </a:xfrm>
          <a:prstGeom prst="roundRect">
            <a:avLst>
              <a:gd name="adj" fmla="val 4762"/>
            </a:avLst>
          </a:prstGeom>
          <a:solidFill>
            <a:srgbClr val="1E2130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6461760" y="2340864"/>
            <a:ext cx="609600" cy="609600"/>
          </a:xfrm>
          <a:prstGeom prst="ellipse">
            <a:avLst/>
          </a:prstGeom>
          <a:solidFill>
            <a:srgbClr val="A33C4E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461760" y="2340864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863840" y="2292096"/>
            <a:ext cx="79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AE8F0"/>
                </a:solidFill>
              </a:rPr>
              <a:t>📂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400800" y="3145536"/>
            <a:ext cx="231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일괄 편집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132320" y="3755136"/>
            <a:ext cx="853440" cy="48768"/>
          </a:xfrm>
          <a:prstGeom prst="rect">
            <a:avLst/>
          </a:prstGeom>
          <a:solidFill>
            <a:srgbClr val="A33C4E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400800" y="3901440"/>
            <a:ext cx="2316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8~10장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번에 적용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863584" y="3474720"/>
            <a:ext cx="268224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A9A2"/>
                </a:solidFill>
              </a:rPr>
              <a:t>›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9144000" y="2133600"/>
            <a:ext cx="2560320" cy="3901440"/>
          </a:xfrm>
          <a:prstGeom prst="roundRect">
            <a:avLst>
              <a:gd name="adj" fmla="val 4762"/>
            </a:avLst>
          </a:prstGeom>
          <a:solidFill>
            <a:srgbClr val="1E2130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9326880" y="2340864"/>
            <a:ext cx="609600" cy="609600"/>
          </a:xfrm>
          <a:prstGeom prst="ellipse">
            <a:avLst/>
          </a:prstGeom>
          <a:solidFill>
            <a:srgbClr val="A33C4E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9326880" y="2340864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728960" y="2292096"/>
            <a:ext cx="79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AE8F0"/>
                </a:solidFill>
              </a:rPr>
              <a:t>💾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9265920" y="3145536"/>
            <a:ext cx="231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 완료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997440" y="3755136"/>
            <a:ext cx="853440" cy="48768"/>
          </a:xfrm>
          <a:prstGeom prst="rect">
            <a:avLst/>
          </a:prstGeom>
          <a:solidFill>
            <a:srgbClr val="A33C4E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9265920" y="3901440"/>
            <a:ext cx="2316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워터마크_파일명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으로 저장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7680" y="6522720"/>
            <a:ext cx="73152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용감한 용팀장 · 워터마크 가이드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338560" y="6522720"/>
            <a:ext cx="73152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04800"/>
            <a:ext cx="707136" cy="707136"/>
          </a:xfrm>
          <a:prstGeom prst="ellipse">
            <a:avLst/>
          </a:prstGeom>
          <a:solidFill>
            <a:srgbClr val="A33C4E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316992"/>
            <a:ext cx="707136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02080" y="304800"/>
            <a:ext cx="60960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02080" y="633984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포토스케이프X → [사진 편집] 탭 클릭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09600" y="1645920"/>
            <a:ext cx="67056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포토스케이프X를 실행한 뒤, 상단 메뉴에서 [ 사진 편집 ] 탭을 클릭합니다.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9600" y="2377440"/>
            <a:ext cx="67056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워터마크를 넣을 사진을 불러오는 작업도 이 탭에서 시작합니다.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9600" y="3291840"/>
            <a:ext cx="6461760" cy="633984"/>
          </a:xfrm>
          <a:prstGeom prst="roundRect">
            <a:avLst>
              <a:gd name="adj" fmla="val 15385"/>
            </a:avLst>
          </a:prstGeom>
          <a:solidFill>
            <a:srgbClr val="1E2130"/>
          </a:solidFill>
          <a:ln w="12700">
            <a:solidFill>
              <a:srgbClr val="F5C6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29056" y="3352800"/>
            <a:ext cx="6096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사진 1장씩 개별 작업할 때 사용합니다.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9600" y="4292600"/>
            <a:ext cx="10972800" cy="2057400"/>
          </a:xfrm>
          <a:prstGeom prst="roundRect">
            <a:avLst>
              <a:gd name="adj" fmla="val 7407"/>
            </a:avLst>
          </a:prstGeom>
          <a:solidFill>
            <a:srgbClr val="1E2130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02106" y="4547400"/>
            <a:ext cx="10536453" cy="1487277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09600" y="6059277"/>
            <a:ext cx="109728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 상단 메뉴에서 [사진 편집] 선택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87680" y="6522720"/>
            <a:ext cx="73152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용감한 용팀장 · 워터마크 가이드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338560" y="6522720"/>
            <a:ext cx="73152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04800"/>
            <a:ext cx="707136" cy="707136"/>
          </a:xfrm>
          <a:prstGeom prst="ellipse">
            <a:avLst/>
          </a:prstGeom>
          <a:solidFill>
            <a:srgbClr val="A33C4E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316992"/>
            <a:ext cx="707136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02080" y="304800"/>
            <a:ext cx="60960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02080" y="633984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우측 메뉴 [삽입] → [텍스트] 클릭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09600" y="1645920"/>
            <a:ext cx="64617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불러온 후 오른쪽 메뉴에서 [ 삽입 ] 을 클릭합니다.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9600" y="2292096"/>
            <a:ext cx="64617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하위 메뉴가 펼쳐지면 [ + ] 버튼을 누르고 [ 텍스트 ] 를 선택합니다.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9600" y="3145536"/>
            <a:ext cx="6461760" cy="633984"/>
          </a:xfrm>
          <a:prstGeom prst="roundRect">
            <a:avLst>
              <a:gd name="adj" fmla="val 15385"/>
            </a:avLst>
          </a:prstGeom>
          <a:solidFill>
            <a:srgbClr val="1E2130"/>
          </a:solidFill>
          <a:ln w="12700">
            <a:solidFill>
              <a:srgbClr val="F5C6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29056" y="3206496"/>
            <a:ext cx="6096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삽입 클릭 후 + 버튼이 보여야 텍스트 메뉴가 나타납니다.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097280"/>
            <a:ext cx="4511040" cy="1560576"/>
          </a:xfrm>
          <a:prstGeom prst="roundRect">
            <a:avLst>
              <a:gd name="adj" fmla="val 6250"/>
            </a:avLst>
          </a:prstGeom>
          <a:solidFill>
            <a:srgbClr val="1E2130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461504" y="1243584"/>
            <a:ext cx="4218432" cy="92659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315200" y="2218944"/>
            <a:ext cx="451104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 삽입 메뉴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315200" y="2621280"/>
            <a:ext cx="4511040" cy="1926336"/>
          </a:xfrm>
          <a:prstGeom prst="roundRect">
            <a:avLst>
              <a:gd name="adj" fmla="val 5063"/>
            </a:avLst>
          </a:prstGeom>
          <a:solidFill>
            <a:srgbClr val="1E2130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61504" y="2767584"/>
            <a:ext cx="4218432" cy="129235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315200" y="4108704"/>
            <a:ext cx="451104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 텍스트 선택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87680" y="6522720"/>
            <a:ext cx="73152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용감한 용팀장 · 워터마크 가이드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338560" y="6522720"/>
            <a:ext cx="73152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04800"/>
            <a:ext cx="707136" cy="707136"/>
          </a:xfrm>
          <a:prstGeom prst="ellipse">
            <a:avLst/>
          </a:prstGeom>
          <a:solidFill>
            <a:srgbClr val="A33C4E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316992"/>
            <a:ext cx="707136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02080" y="304800"/>
            <a:ext cx="60960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02080" y="633984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워터마크 문구 입력 &amp; 색상 지정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09600" y="1645920"/>
            <a:ext cx="64617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 입력창에 브랜드명 또는 상호명을 입력합니다.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9600" y="2292096"/>
            <a:ext cx="646176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하단 색상 팔레트에서 원하는 색상을 선택합니다.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(예시: 파란색 → 용감한용팀장)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9600" y="3291840"/>
            <a:ext cx="6461760" cy="633984"/>
          </a:xfrm>
          <a:prstGeom prst="roundRect">
            <a:avLst>
              <a:gd name="adj" fmla="val 15385"/>
            </a:avLst>
          </a:prstGeom>
          <a:solidFill>
            <a:srgbClr val="1E2130"/>
          </a:solidFill>
          <a:ln w="12700">
            <a:solidFill>
              <a:srgbClr val="F5C6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29056" y="3352800"/>
            <a:ext cx="6096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</a:t>
            </a:r>
            <a:r>
              <a:rPr lang="ko-KR" altLang="en-US" sz="12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본인 선호에 따라 </a:t>
            </a:r>
            <a:r>
              <a:rPr lang="en-US" sz="1200" dirty="0" err="1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컬러를</a:t>
            </a:r>
            <a:r>
              <a:rPr lang="en-US" sz="12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12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 후 </a:t>
            </a:r>
            <a:r>
              <a:rPr lang="en-US" sz="1200" dirty="0" err="1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통일감</a:t>
            </a:r>
            <a:r>
              <a:rPr lang="en-US" sz="12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있는</a:t>
            </a:r>
            <a:r>
              <a:rPr lang="en-US" sz="12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12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색을 사용하면 </a:t>
            </a:r>
            <a:r>
              <a:rPr lang="ko-KR" altLang="en-US" sz="1200" dirty="0" err="1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편합</a:t>
            </a:r>
            <a:r>
              <a:rPr lang="en-US" sz="1200" dirty="0" err="1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니다</a:t>
            </a:r>
            <a:r>
              <a:rPr lang="en-US" sz="12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193280" y="914400"/>
            <a:ext cx="4632960" cy="5705856"/>
          </a:xfrm>
          <a:prstGeom prst="roundRect">
            <a:avLst>
              <a:gd name="adj" fmla="val 2105"/>
            </a:avLst>
          </a:prstGeom>
          <a:solidFill>
            <a:srgbClr val="1E2130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339584" y="1060704"/>
            <a:ext cx="4340352" cy="507187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193280" y="6181344"/>
            <a:ext cx="46329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 텍스트 입력 &amp; 색상 선택 화면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87680" y="6522720"/>
            <a:ext cx="73152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용감한 용팀장 · 워터마크 가이드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338560" y="6522720"/>
            <a:ext cx="73152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04800"/>
            <a:ext cx="707136" cy="707136"/>
          </a:xfrm>
          <a:prstGeom prst="ellipse">
            <a:avLst/>
          </a:prstGeom>
          <a:solidFill>
            <a:srgbClr val="A33C4E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316992"/>
            <a:ext cx="707136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02080" y="304800"/>
            <a:ext cx="60960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02080" y="633984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폰트 · 크기 · 불투명도 설정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584960"/>
            <a:ext cx="2072640" cy="1889760"/>
          </a:xfrm>
          <a:prstGeom prst="roundRect">
            <a:avLst>
              <a:gd name="adj" fmla="val 5161"/>
            </a:avLst>
          </a:prstGeom>
          <a:solidFill>
            <a:srgbClr val="1E2130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48640" y="1682496"/>
            <a:ext cx="207264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폰트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048256"/>
            <a:ext cx="207264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09600" y="2657856"/>
            <a:ext cx="195072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굵고 선명해서 워터마크에 최적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04160" y="1584960"/>
            <a:ext cx="2072640" cy="1889760"/>
          </a:xfrm>
          <a:prstGeom prst="roundRect">
            <a:avLst>
              <a:gd name="adj" fmla="val 5161"/>
            </a:avLst>
          </a:prstGeom>
          <a:solidFill>
            <a:srgbClr val="1E2130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2804160" y="1682496"/>
            <a:ext cx="207264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04160" y="2048256"/>
            <a:ext cx="207264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865120" y="2657856"/>
            <a:ext cx="195072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크기에 따라 조절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59680" y="1584960"/>
            <a:ext cx="2072640" cy="1889760"/>
          </a:xfrm>
          <a:prstGeom prst="roundRect">
            <a:avLst>
              <a:gd name="adj" fmla="val 5161"/>
            </a:avLst>
          </a:prstGeom>
          <a:solidFill>
            <a:srgbClr val="1E2130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059680" y="1682496"/>
            <a:ext cx="207264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불투명도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59680" y="2048256"/>
            <a:ext cx="207264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20~30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120640" y="2657856"/>
            <a:ext cx="195072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은은하게 보이는 최적 수치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9600" y="3718560"/>
            <a:ext cx="633984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설정 후 빨간 박스 핸들을 드래그해 텍스트를 대각선 방향으로 기울입니다.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9600" y="4535424"/>
            <a:ext cx="6339840" cy="548640"/>
          </a:xfrm>
          <a:prstGeom prst="roundRect">
            <a:avLst>
              <a:gd name="adj" fmla="val 17778"/>
            </a:avLst>
          </a:prstGeom>
          <a:solidFill>
            <a:srgbClr val="1E2130"/>
          </a:solidFill>
          <a:ln w="12700">
            <a:solidFill>
              <a:srgbClr val="F5C6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829056" y="4596384"/>
            <a:ext cx="597408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Impact 외 추천 폰트: Arial Bold, 맑은 고딕 Bold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193280" y="914400"/>
            <a:ext cx="4632960" cy="5705856"/>
          </a:xfrm>
          <a:prstGeom prst="roundRect">
            <a:avLst>
              <a:gd name="adj" fmla="val 2105"/>
            </a:avLst>
          </a:prstGeom>
          <a:solidFill>
            <a:srgbClr val="1E2130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339584" y="1060704"/>
            <a:ext cx="4340352" cy="507187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193280" y="6181344"/>
            <a:ext cx="46329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 폰트 · 크기 · 불투명도 설정 화면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87680" y="6522720"/>
            <a:ext cx="73152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용감한 용팀장 · 워터마크 가이드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338560" y="6522720"/>
            <a:ext cx="73152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04800"/>
            <a:ext cx="707136" cy="707136"/>
          </a:xfrm>
          <a:prstGeom prst="ellipse">
            <a:avLst/>
          </a:prstGeom>
          <a:solidFill>
            <a:srgbClr val="A33C4E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316992"/>
            <a:ext cx="707136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02080" y="304800"/>
            <a:ext cx="60960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02080" y="633984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대각선으로 기울이기 → 결과 확인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09600" y="1645920"/>
            <a:ext cx="487680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 위에 나타나는 빨간 박스 핸들을 잡고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대각선 방향으로 드래그하면 아래와 같이 기울어집니다.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9600" y="2865120"/>
            <a:ext cx="4876800" cy="792480"/>
          </a:xfrm>
          <a:prstGeom prst="roundRect">
            <a:avLst>
              <a:gd name="adj" fmla="val 12308"/>
            </a:avLst>
          </a:prstGeom>
          <a:solidFill>
            <a:srgbClr val="1E2130"/>
          </a:solidFill>
          <a:ln w="12700">
            <a:solidFill>
              <a:srgbClr val="F5C6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29056" y="2926080"/>
            <a:ext cx="45110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불투명도 30으로 설정하면 상품 이미지를 가리지 않으면서도 워터마크가 잘 보입니다.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52160" y="1164656"/>
            <a:ext cx="5730240" cy="5638479"/>
          </a:xfrm>
          <a:prstGeom prst="roundRect">
            <a:avLst>
              <a:gd name="adj" fmla="val 1633"/>
            </a:avLst>
          </a:prstGeom>
          <a:solidFill>
            <a:srgbClr val="1E2130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096000" y="1354148"/>
            <a:ext cx="5242560" cy="496130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852160" y="6364224"/>
            <a:ext cx="597408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 워터마크 적용 결과물 (빨간 박스 = 핸들)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87680" y="6522720"/>
            <a:ext cx="73152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용감한 용팀장 · 워터마크 가이드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338560" y="6522720"/>
            <a:ext cx="73152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04800"/>
            <a:ext cx="707136" cy="707136"/>
          </a:xfrm>
          <a:prstGeom prst="ellipse">
            <a:avLst/>
          </a:prstGeom>
          <a:solidFill>
            <a:srgbClr val="A33C4E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316992"/>
            <a:ext cx="707136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02080" y="304800"/>
            <a:ext cx="60960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02080" y="633984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[일괄 편집] 탭으로 여러 장 한 번에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09600" y="1609344"/>
            <a:ext cx="6339840" cy="633984"/>
          </a:xfrm>
          <a:prstGeom prst="roundRect">
            <a:avLst>
              <a:gd name="adj" fmla="val 13462"/>
            </a:avLst>
          </a:prstGeom>
          <a:solidFill>
            <a:srgbClr val="1E2130"/>
          </a:solidFill>
          <a:ln w="12700">
            <a:solidFill>
              <a:srgbClr val="F5C6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609600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 설정 한 번으로 8~10장 전체에 동일한 워터마크 자동 적용!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600" y="2438400"/>
            <a:ext cx="633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상단 메뉴에서 [ 일괄 편집 ] 탭을 클릭합니다.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9600" y="3048000"/>
            <a:ext cx="633984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8~10장을 한 번에 불러온 후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[삽입] → [+] → [텍스트] 를 클릭합니다.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9600" y="3962400"/>
            <a:ext cx="633984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03~04 와 동일하게 텍스트를 설정하면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불러온 모든 이미지에 워터마크가 한 번에 적용됩니다.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193280" y="914400"/>
            <a:ext cx="4632960" cy="1194816"/>
          </a:xfrm>
          <a:prstGeom prst="roundRect">
            <a:avLst>
              <a:gd name="adj" fmla="val 8163"/>
            </a:avLst>
          </a:prstGeom>
          <a:solidFill>
            <a:srgbClr val="1E2130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339584" y="1060704"/>
            <a:ext cx="4340352" cy="5608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193280" y="1670304"/>
            <a:ext cx="46329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 상단 [일괄 편집] 탭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193280" y="2072640"/>
            <a:ext cx="4632960" cy="4730496"/>
          </a:xfrm>
          <a:prstGeom prst="roundRect">
            <a:avLst>
              <a:gd name="adj" fmla="val 2105"/>
            </a:avLst>
          </a:prstGeom>
          <a:solidFill>
            <a:srgbClr val="1E2130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39584" y="2218944"/>
            <a:ext cx="4340352" cy="409651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93280" y="6364224"/>
            <a:ext cx="46329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 삽입 → + → 텍스트 메뉴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87680" y="6522720"/>
            <a:ext cx="73152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용감한 용팀장 · 워터마크 가이드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22720"/>
            <a:ext cx="73152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04800"/>
            <a:ext cx="707136" cy="707136"/>
          </a:xfrm>
          <a:prstGeom prst="ellipse">
            <a:avLst/>
          </a:prstGeom>
          <a:solidFill>
            <a:srgbClr val="A33C4E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316992"/>
            <a:ext cx="707136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02080" y="304800"/>
            <a:ext cx="60960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02080" y="633984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 버튼 클릭 → 파일명 설정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09600" y="1645920"/>
            <a:ext cx="633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우측 하단 [ 저장 ] 버튼을 클릭합니다.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9600" y="2377440"/>
            <a:ext cx="6339840" cy="585216"/>
          </a:xfrm>
          <a:prstGeom prst="roundRect">
            <a:avLst>
              <a:gd name="adj" fmla="val 10417"/>
            </a:avLst>
          </a:prstGeom>
          <a:solidFill>
            <a:srgbClr val="1E213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92480" y="2474976"/>
            <a:ext cx="219456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JPEG 저장 품질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48000" y="2474976"/>
            <a:ext cx="377952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 이상 권장 (낮으면 이미지 손상)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9600" y="3060192"/>
            <a:ext cx="6339840" cy="585216"/>
          </a:xfrm>
          <a:prstGeom prst="roundRect">
            <a:avLst>
              <a:gd name="adj" fmla="val 10417"/>
            </a:avLst>
          </a:prstGeom>
          <a:solidFill>
            <a:srgbClr val="1E213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92480" y="3157728"/>
            <a:ext cx="219456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 이름 지정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48000" y="3157728"/>
            <a:ext cx="377952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접두어(이름 앞에 붙임) 선택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9600" y="3742944"/>
            <a:ext cx="6339840" cy="585216"/>
          </a:xfrm>
          <a:prstGeom prst="roundRect">
            <a:avLst>
              <a:gd name="adj" fmla="val 10417"/>
            </a:avLst>
          </a:prstGeom>
          <a:solidFill>
            <a:srgbClr val="1E213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92480" y="3840480"/>
            <a:ext cx="219456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접두어 입력값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48000" y="3840480"/>
            <a:ext cx="377952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워터마크_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9600" y="4425696"/>
            <a:ext cx="6339840" cy="585216"/>
          </a:xfrm>
          <a:prstGeom prst="roundRect">
            <a:avLst>
              <a:gd name="adj" fmla="val 10417"/>
            </a:avLst>
          </a:prstGeom>
          <a:solidFill>
            <a:srgbClr val="1E213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92480" y="4523232"/>
            <a:ext cx="219456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파일명 예시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48000" y="4523232"/>
            <a:ext cx="377952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example.jpg  →  워터마크_example.jpg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9600" y="5181600"/>
            <a:ext cx="6339840" cy="548640"/>
          </a:xfrm>
          <a:prstGeom prst="roundRect">
            <a:avLst>
              <a:gd name="adj" fmla="val 17778"/>
            </a:avLst>
          </a:prstGeom>
          <a:solidFill>
            <a:srgbClr val="1E2130"/>
          </a:solidFill>
          <a:ln w="12700">
            <a:solidFill>
              <a:srgbClr val="F5C6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829056" y="5242560"/>
            <a:ext cx="597408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원본 파일은 그대로 두고 워터마크 파일이 별도 생성됩니다.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193280" y="914400"/>
            <a:ext cx="4632960" cy="1255776"/>
          </a:xfrm>
          <a:prstGeom prst="roundRect">
            <a:avLst>
              <a:gd name="adj" fmla="val 7767"/>
            </a:avLst>
          </a:prstGeom>
          <a:solidFill>
            <a:srgbClr val="1E2130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339584" y="1060704"/>
            <a:ext cx="4340352" cy="62179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193280" y="1731264"/>
            <a:ext cx="46329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 저장 버튼 위치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193280" y="2097024"/>
            <a:ext cx="4632960" cy="4669536"/>
          </a:xfrm>
          <a:prstGeom prst="roundRect">
            <a:avLst>
              <a:gd name="adj" fmla="val 2105"/>
            </a:avLst>
          </a:prstGeom>
          <a:solidFill>
            <a:srgbClr val="1E2130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39584" y="2243328"/>
            <a:ext cx="4340352" cy="4035552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193280" y="6327648"/>
            <a:ext cx="46329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 저장 설정 화면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487680" y="6522720"/>
            <a:ext cx="73152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용감한 용팀장 · 워터마크 가이드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338560" y="6522720"/>
            <a:ext cx="73152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04800"/>
            <a:ext cx="707136" cy="707136"/>
          </a:xfrm>
          <a:prstGeom prst="ellipse">
            <a:avLst/>
          </a:prstGeom>
          <a:solidFill>
            <a:srgbClr val="A33C4E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316992"/>
            <a:ext cx="707136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02080" y="304800"/>
            <a:ext cx="60960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02080" y="633984"/>
            <a:ext cx="975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[이어붙이기] → 상세페이지 최종 완성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09600" y="1645920"/>
            <a:ext cx="109728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워터마크가 적용된 파일들을 포토스케이프X [이어붙이기] 메뉴에서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세로로 한 장으로 합치면 상세페이지가 완성됩니다.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7680" y="2804160"/>
            <a:ext cx="2011680" cy="877824"/>
          </a:xfrm>
          <a:prstGeom prst="roundRect">
            <a:avLst>
              <a:gd name="adj" fmla="val 11111"/>
            </a:avLst>
          </a:prstGeom>
          <a:solidFill>
            <a:srgbClr val="1E2130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87680" y="2840736"/>
            <a:ext cx="201168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제작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11552" y="2950464"/>
            <a:ext cx="268224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A9A2"/>
                </a:solidFill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04160" y="2804160"/>
            <a:ext cx="2011680" cy="877824"/>
          </a:xfrm>
          <a:prstGeom prst="roundRect">
            <a:avLst>
              <a:gd name="adj" fmla="val 11111"/>
            </a:avLst>
          </a:prstGeom>
          <a:solidFill>
            <a:srgbClr val="1E2130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2804160" y="2840736"/>
            <a:ext cx="201168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워터마크 삽입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28032" y="2950464"/>
            <a:ext cx="268224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A9A2"/>
                </a:solidFill>
              </a:rPr>
              <a:t>›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120640" y="2804160"/>
            <a:ext cx="2011680" cy="877824"/>
          </a:xfrm>
          <a:prstGeom prst="roundRect">
            <a:avLst>
              <a:gd name="adj" fmla="val 11111"/>
            </a:avLst>
          </a:prstGeom>
          <a:solidFill>
            <a:srgbClr val="1E2130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120640" y="2840736"/>
            <a:ext cx="201168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44512" y="2950464"/>
            <a:ext cx="268224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A9A2"/>
                </a:solidFill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437120" y="2804160"/>
            <a:ext cx="2011680" cy="877824"/>
          </a:xfrm>
          <a:prstGeom prst="roundRect">
            <a:avLst>
              <a:gd name="adj" fmla="val 11111"/>
            </a:avLst>
          </a:prstGeom>
          <a:solidFill>
            <a:srgbClr val="1E2130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437120" y="2840736"/>
            <a:ext cx="201168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이어붙이기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460992" y="2950464"/>
            <a:ext cx="268224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A9A2"/>
                </a:solidFill>
              </a:rPr>
              <a:t>›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753600" y="2804160"/>
            <a:ext cx="2011680" cy="877824"/>
          </a:xfrm>
          <a:prstGeom prst="roundRect">
            <a:avLst>
              <a:gd name="adj" fmla="val 11111"/>
            </a:avLst>
          </a:prstGeom>
          <a:solidFill>
            <a:srgbClr val="A33C4E"/>
          </a:solidFill>
          <a:ln w="12700">
            <a:solidFill>
              <a:srgbClr val="C0392B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9753600" y="2840736"/>
            <a:ext cx="201168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상세페이지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완성! 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9600" y="3962400"/>
            <a:ext cx="11094720" cy="2255520"/>
          </a:xfrm>
          <a:prstGeom prst="roundRect">
            <a:avLst>
              <a:gd name="adj" fmla="val 5405"/>
            </a:avLst>
          </a:prstGeom>
          <a:solidFill>
            <a:srgbClr val="1E2130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853440" y="4084320"/>
            <a:ext cx="48768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이어붙이기 방법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53440" y="4572000"/>
            <a:ext cx="10607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포토스케이프X 상단 메뉴 → [ 이어붙이기 ] 클릭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53440" y="5035296"/>
            <a:ext cx="10607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워터마크 적용된 이미지 파일들을 불러오기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53440" y="5498592"/>
            <a:ext cx="10607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세로로 이어붙여 한 장으로 합치기 → 저장 → 완성!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7680" y="6522720"/>
            <a:ext cx="73152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용감한 용팀장 · 워터마크 가이드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522720"/>
            <a:ext cx="73152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41376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9600" y="670560"/>
            <a:ext cx="1097280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요약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06880"/>
            <a:ext cx="5547360" cy="975360"/>
          </a:xfrm>
          <a:prstGeom prst="roundRect">
            <a:avLst>
              <a:gd name="adj" fmla="val 10000"/>
            </a:avLst>
          </a:prstGeom>
          <a:solidFill>
            <a:srgbClr val="1E2130"/>
          </a:solidFill>
          <a:ln w="12700">
            <a:solidFill>
              <a:srgbClr val="3A456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94944" y="1877568"/>
            <a:ext cx="1280160" cy="341376"/>
          </a:xfrm>
          <a:prstGeom prst="roundRect">
            <a:avLst>
              <a:gd name="adj" fmla="val 17857"/>
            </a:avLst>
          </a:prstGeom>
          <a:solidFill>
            <a:srgbClr val="A33C4E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94944" y="1877568"/>
            <a:ext cx="12801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109216" y="1804416"/>
            <a:ext cx="38404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편집 탭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09216" y="2218944"/>
            <a:ext cx="384048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8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워터마크 넣을 사진 불러오기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828544"/>
            <a:ext cx="5547360" cy="975360"/>
          </a:xfrm>
          <a:prstGeom prst="roundRect">
            <a:avLst>
              <a:gd name="adj" fmla="val 10000"/>
            </a:avLst>
          </a:prstGeom>
          <a:solidFill>
            <a:srgbClr val="1E2130"/>
          </a:solidFill>
          <a:ln w="12700">
            <a:solidFill>
              <a:srgbClr val="3A456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94944" y="2999232"/>
            <a:ext cx="1280160" cy="341376"/>
          </a:xfrm>
          <a:prstGeom prst="roundRect">
            <a:avLst>
              <a:gd name="adj" fmla="val 17857"/>
            </a:avLst>
          </a:prstGeom>
          <a:solidFill>
            <a:srgbClr val="A33C4E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94944" y="2999232"/>
            <a:ext cx="12801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109216" y="2926080"/>
            <a:ext cx="38404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삽입 → 텍스트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09216" y="3340608"/>
            <a:ext cx="384048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8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삽입 클릭 → + → 텍스트 선택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950208"/>
            <a:ext cx="5547360" cy="975360"/>
          </a:xfrm>
          <a:prstGeom prst="roundRect">
            <a:avLst>
              <a:gd name="adj" fmla="val 10000"/>
            </a:avLst>
          </a:prstGeom>
          <a:solidFill>
            <a:srgbClr val="1E2130"/>
          </a:solidFill>
          <a:ln w="12700">
            <a:solidFill>
              <a:srgbClr val="3A456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694944" y="4120896"/>
            <a:ext cx="1280160" cy="341376"/>
          </a:xfrm>
          <a:prstGeom prst="roundRect">
            <a:avLst>
              <a:gd name="adj" fmla="val 17857"/>
            </a:avLst>
          </a:prstGeom>
          <a:solidFill>
            <a:srgbClr val="A33C4E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94944" y="4120896"/>
            <a:ext cx="12801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109216" y="4047744"/>
            <a:ext cx="38404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문구 · 색상 입력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109216" y="4462272"/>
            <a:ext cx="384048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8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브랜드명 입력 / 색상 지정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071872"/>
            <a:ext cx="5547360" cy="975360"/>
          </a:xfrm>
          <a:prstGeom prst="roundRect">
            <a:avLst>
              <a:gd name="adj" fmla="val 10000"/>
            </a:avLst>
          </a:prstGeom>
          <a:solidFill>
            <a:srgbClr val="1E2130"/>
          </a:solidFill>
          <a:ln w="12700">
            <a:solidFill>
              <a:srgbClr val="3A456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94944" y="5242560"/>
            <a:ext cx="1280160" cy="341376"/>
          </a:xfrm>
          <a:prstGeom prst="roundRect">
            <a:avLst>
              <a:gd name="adj" fmla="val 17857"/>
            </a:avLst>
          </a:prstGeom>
          <a:solidFill>
            <a:srgbClr val="A33C4E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94944" y="5242560"/>
            <a:ext cx="12801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109216" y="5169408"/>
            <a:ext cx="38404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폰트 · 크기 · 불투명도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109216" y="5583936"/>
            <a:ext cx="384048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8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/ 100 / 30 / 대각선 기울이기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22720" y="1706880"/>
            <a:ext cx="5547360" cy="975360"/>
          </a:xfrm>
          <a:prstGeom prst="roundRect">
            <a:avLst>
              <a:gd name="adj" fmla="val 10000"/>
            </a:avLst>
          </a:prstGeom>
          <a:solidFill>
            <a:srgbClr val="1E2130"/>
          </a:solidFill>
          <a:ln w="12700">
            <a:solidFill>
              <a:srgbClr val="3A456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6669024" y="1877568"/>
            <a:ext cx="1280160" cy="341376"/>
          </a:xfrm>
          <a:prstGeom prst="roundRect">
            <a:avLst>
              <a:gd name="adj" fmla="val 17857"/>
            </a:avLst>
          </a:prstGeom>
          <a:solidFill>
            <a:srgbClr val="A33C4E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669024" y="1877568"/>
            <a:ext cx="12801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083296" y="1804416"/>
            <a:ext cx="38404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일괄 편집 탭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083296" y="2218944"/>
            <a:ext cx="384048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8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8~10장 한 번에 동일 워터마크 적용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22720" y="2828544"/>
            <a:ext cx="5547360" cy="975360"/>
          </a:xfrm>
          <a:prstGeom prst="roundRect">
            <a:avLst>
              <a:gd name="adj" fmla="val 10000"/>
            </a:avLst>
          </a:prstGeom>
          <a:solidFill>
            <a:srgbClr val="1E2130"/>
          </a:solidFill>
          <a:ln w="12700">
            <a:solidFill>
              <a:srgbClr val="3A456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6669024" y="2999232"/>
            <a:ext cx="1280160" cy="341376"/>
          </a:xfrm>
          <a:prstGeom prst="roundRect">
            <a:avLst>
              <a:gd name="adj" fmla="val 17857"/>
            </a:avLst>
          </a:prstGeom>
          <a:solidFill>
            <a:srgbClr val="A33C4E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6669024" y="2999232"/>
            <a:ext cx="12801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083296" y="2926080"/>
            <a:ext cx="38404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083296" y="3340608"/>
            <a:ext cx="384048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8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접두어: 워터마크_ / JPEG 95 / 확인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522720" y="3950208"/>
            <a:ext cx="5547360" cy="975360"/>
          </a:xfrm>
          <a:prstGeom prst="roundRect">
            <a:avLst>
              <a:gd name="adj" fmla="val 10000"/>
            </a:avLst>
          </a:prstGeom>
          <a:solidFill>
            <a:srgbClr val="1E2130"/>
          </a:solidFill>
          <a:ln w="12700">
            <a:solidFill>
              <a:srgbClr val="3A456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6669024" y="4120896"/>
            <a:ext cx="1280160" cy="341376"/>
          </a:xfrm>
          <a:prstGeom prst="roundRect">
            <a:avLst>
              <a:gd name="adj" fmla="val 17857"/>
            </a:avLst>
          </a:prstGeom>
          <a:solidFill>
            <a:srgbClr val="A33C4E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6669024" y="4120896"/>
            <a:ext cx="12801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07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083296" y="4047744"/>
            <a:ext cx="38404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이어붙이기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083296" y="4462272"/>
            <a:ext cx="384048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8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세로로 합쳐 상세페이지 완성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09600" y="6437376"/>
            <a:ext cx="109728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용감한 용팀장  ·  braveyong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A33C4E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417320" y="41148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 vs 퀄리티 기준선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68680" y="1673352"/>
            <a:ext cx="621792" cy="621792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81965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371600"/>
            <a:ext cx="9601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목표
</a:t>
            </a:r>
            <a:r>
              <a:rPr lang="en-US" sz="15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1페이지 노출을 유지하면서, 어디까지 빼도 되는지 '기준선'을 잡는다.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880360"/>
            <a:ext cx="502920" cy="502920"/>
          </a:xfrm>
          <a:prstGeom prst="ellipse">
            <a:avLst/>
          </a:prstGeom>
          <a:solidFill>
            <a:srgbClr val="23263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2999232"/>
            <a:ext cx="265176" cy="2651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8803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내용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566928" y="347472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포기해도 되는 것 / 절대 지킬 것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구분</a:t>
            </a:r>
            <a:endParaRPr lang="en-US" sz="1450" dirty="0">
              <a:solidFill>
                <a:srgbClr val="C9CBD4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1·2주차 정석에서 '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핵심만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남기는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’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</a:t>
            </a:r>
            <a:endParaRPr lang="en-US" sz="1450" dirty="0">
              <a:solidFill>
                <a:srgbClr val="C9CBD4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카테고리별 안전 기준값 활용 — 풀테스트 생략 가능 범위</a:t>
            </a:r>
            <a:endParaRPr lang="en-US" sz="14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A33C4E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417320" y="41148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최소 퀄리티 상품명 빠르게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68680" y="1673352"/>
            <a:ext cx="621792" cy="621792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81965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371600"/>
            <a:ext cx="9601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목표
</a:t>
            </a:r>
            <a:r>
              <a:rPr lang="en-US" sz="15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정석을 압축해, 최소 퀄리티를 지키며 상품명을 빠르게 만든다.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880360"/>
            <a:ext cx="502920" cy="502920"/>
          </a:xfrm>
          <a:prstGeom prst="ellipse">
            <a:avLst/>
          </a:prstGeom>
          <a:solidFill>
            <a:srgbClr val="23263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2999232"/>
            <a:ext cx="265176" cy="2651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8803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내용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566928" y="3474720"/>
            <a:ext cx="109728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1·2주차 상품명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정석의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압축판</a:t>
            </a:r>
            <a:endParaRPr lang="en-US" sz="1450" dirty="0">
              <a:solidFill>
                <a:srgbClr val="C9CBD4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텀카운트·중복어 풀테스트 생략 → 안전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기준값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</a:t>
            </a:r>
            <a:endParaRPr lang="en-US" sz="1450" dirty="0">
              <a:solidFill>
                <a:srgbClr val="C9CBD4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불사자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기능을 활용해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상품명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빠르게 생성</a:t>
            </a:r>
            <a:endParaRPr lang="en-US" sz="14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A33C4E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7-1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417320" y="41148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9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업로드를 하는 이유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68680" y="1673352"/>
            <a:ext cx="621792" cy="621792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181965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371600"/>
            <a:ext cx="9601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목표
</a:t>
            </a:r>
            <a:r>
              <a:rPr lang="en-US" sz="15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FM 연습이 어느 정도 익숙해진 지금 , 느슨한 방식으로 전환하는 이유를 이해한다 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880360"/>
            <a:ext cx="502920" cy="502920"/>
          </a:xfrm>
          <a:prstGeom prst="ellipse">
            <a:avLst/>
          </a:prstGeom>
          <a:solidFill>
            <a:srgbClr val="23263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999232"/>
            <a:ext cx="265176" cy="2651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8803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내용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566928" y="3474720"/>
            <a:ext cx="109728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•  </a:t>
            </a:r>
            <a:r>
              <a:rPr lang="en-US" sz="1450" dirty="0">
                <a:solidFill>
                  <a:srgbClr val="C9CBD4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1~2주차는 속도보다 정확도 — 원칙대로 텀즈 · 중복어 테스트를 반복하며 기초 체력을 쌓았다</a:t>
            </a: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•  </a:t>
            </a:r>
            <a:r>
              <a:rPr lang="en-US" sz="1450" dirty="0">
                <a:solidFill>
                  <a:srgbClr val="C9CBD4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FM이 익숙해진 지금 , 테스트를 일부 생략하고 빠르게 많이 올리는 방식으로 전환한다</a:t>
            </a: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•  </a:t>
            </a:r>
            <a:r>
              <a:rPr lang="en-US" sz="1450" dirty="0">
                <a:solidFill>
                  <a:srgbClr val="C9CBD4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목적 : 많이 올릴수록 ' 잘 올려야 할 상품 ( 효자상품 후보 )' 을 더 빨리 발견할 수 있다</a:t>
            </a: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•  </a:t>
            </a:r>
            <a:r>
              <a:rPr lang="en-US" sz="1450" dirty="0">
                <a:solidFill>
                  <a:srgbClr val="C9CBD4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원칙을 포기하는 게 아니라 , 원칙을 안다는 전제 하에 속도를 높이는 것</a:t>
            </a: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endParaRPr lang="en-US" sz="1450" dirty="0"/>
          </a:p>
        </p:txBody>
      </p:sp>
      <p:sp>
        <p:nvSpPr>
          <p:cNvPr id="13" name="BadgeCircle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A33C4E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BadgeText"/>
          <p:cNvSpPr/>
          <p:nvPr/>
        </p:nvSpPr>
        <p:spPr>
          <a:xfrm>
            <a:off x="548640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7-1</a:t>
            </a:r>
            <a:endParaRPr lang="en-US" sz="16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A33C4E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7-2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417320" y="41148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텀즈 7 , 지금 바로 적용하는 법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68680" y="1673352"/>
            <a:ext cx="621792" cy="621792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181965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371600"/>
            <a:ext cx="9601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목표
</a:t>
            </a:r>
            <a:r>
              <a:rPr lang="en-US" sz="15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FM 연습으로 텀즈를 알기 때문에 , 기준값 7 을 믿고 바로 적용할 수 있다 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880360"/>
            <a:ext cx="502920" cy="502920"/>
          </a:xfrm>
          <a:prstGeom prst="ellipse">
            <a:avLst/>
          </a:prstGeom>
          <a:solidFill>
            <a:srgbClr val="23263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999232"/>
            <a:ext cx="265176" cy="2651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8803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내용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566928" y="3474720"/>
            <a:ext cx="109728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altLang="ko-KR" sz="1450" b="1" dirty="0">
                <a:solidFill>
                  <a:srgbClr val="E0A9A2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•</a:t>
            </a:r>
            <a:r>
              <a:rPr lang="en-US" sz="1450" b="1" dirty="0">
                <a:solidFill>
                  <a:srgbClr val="E0A9A2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  </a:t>
            </a:r>
            <a:r>
              <a:rPr lang="en-US" sz="1450" dirty="0">
                <a:solidFill>
                  <a:srgbClr val="C9CBD4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1~2주차 FM 연습이 있었기 때문에 텀즈 풀테스트를 생략할 수 있다</a:t>
            </a: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•  </a:t>
            </a:r>
            <a:r>
              <a:rPr lang="en-US" sz="1450" dirty="0">
                <a:solidFill>
                  <a:srgbClr val="C9CBD4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상품명 조합 시 텀즈 합산을 7 로 맞추고 바로 등록한다</a:t>
            </a: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•  </a:t>
            </a:r>
            <a:r>
              <a:rPr lang="ko-KR" altLang="en-US" sz="1450" dirty="0" err="1">
                <a:solidFill>
                  <a:srgbClr val="C9CBD4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중복어</a:t>
            </a:r>
            <a:r>
              <a:rPr lang="ko-KR" altLang="en-US" sz="1450" dirty="0">
                <a:solidFill>
                  <a:srgbClr val="C9CBD4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 테스트는</a:t>
            </a:r>
            <a:r>
              <a:rPr lang="en-US" sz="1450" dirty="0">
                <a:solidFill>
                  <a:srgbClr val="C9CBD4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 한 번만 더 </a:t>
            </a:r>
            <a:r>
              <a:rPr lang="en-US" sz="1450" dirty="0" err="1">
                <a:solidFill>
                  <a:srgbClr val="C9CBD4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쓰는</a:t>
            </a:r>
            <a:r>
              <a:rPr lang="en-US" sz="1450" dirty="0">
                <a:solidFill>
                  <a:srgbClr val="C9CBD4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 것 대체한다</a:t>
            </a: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•  </a:t>
            </a:r>
            <a:r>
              <a:rPr lang="en-US" sz="1450" dirty="0">
                <a:solidFill>
                  <a:srgbClr val="C9CBD4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모르는 상태에서 생략하는 것과 알고 생략하는 것은 완전히 다르다</a:t>
            </a: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endParaRPr lang="en-US" sz="1450" dirty="0"/>
          </a:p>
        </p:txBody>
      </p:sp>
      <p:sp>
        <p:nvSpPr>
          <p:cNvPr id="13" name="BadgeCircle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A33C4E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BadgeText"/>
          <p:cNvSpPr/>
          <p:nvPr/>
        </p:nvSpPr>
        <p:spPr>
          <a:xfrm>
            <a:off x="548640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7-2</a:t>
            </a:r>
            <a:endParaRPr lang="en-US" sz="16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A33C4E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7-3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417320" y="41148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생략해도 되는 것 vs 절대 지킬 것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68680" y="1673352"/>
            <a:ext cx="621792" cy="621792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181965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371600"/>
            <a:ext cx="9601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목표
</a:t>
            </a:r>
            <a:r>
              <a:rPr lang="en-US" sz="15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생략하고 , 무엇은 반드시 지켜야 하는지 기준을 세운다 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880360"/>
            <a:ext cx="502920" cy="502920"/>
          </a:xfrm>
          <a:prstGeom prst="ellipse">
            <a:avLst/>
          </a:prstGeom>
          <a:solidFill>
            <a:srgbClr val="23263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999232"/>
            <a:ext cx="265176" cy="2651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8803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내용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566928" y="3474720"/>
            <a:ext cx="109728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•  </a:t>
            </a:r>
            <a:r>
              <a:rPr lang="en-US" sz="1450" dirty="0">
                <a:solidFill>
                  <a:srgbClr val="C9CBD4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생략 가능 ① 텀즈 풀테스트 → 텀즈 7 고정으로 대체</a:t>
            </a: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•  </a:t>
            </a:r>
            <a:r>
              <a:rPr lang="en-US" sz="1450" dirty="0">
                <a:solidFill>
                  <a:srgbClr val="C9CBD4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생략 가능 ② 중복어 풀테스트 → 같은 단어 한 번만 더 허용 ( 두 번 </a:t>
            </a:r>
            <a:r>
              <a:rPr lang="en-US" sz="1450" dirty="0" err="1">
                <a:solidFill>
                  <a:srgbClr val="C9CBD4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이상은</a:t>
            </a:r>
            <a:r>
              <a:rPr lang="en-US" sz="1450" dirty="0">
                <a:solidFill>
                  <a:srgbClr val="C9CBD4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 </a:t>
            </a:r>
            <a:r>
              <a:rPr lang="ko-KR" altLang="en-US" sz="1450" dirty="0">
                <a:solidFill>
                  <a:srgbClr val="C9CBD4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테스트 필요</a:t>
            </a:r>
            <a:r>
              <a:rPr lang="en-US" sz="1450" dirty="0">
                <a:solidFill>
                  <a:srgbClr val="C9CBD4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 )</a:t>
            </a: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•  </a:t>
            </a:r>
            <a:r>
              <a:rPr lang="en-US" sz="1450" dirty="0">
                <a:solidFill>
                  <a:srgbClr val="C9CBD4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반드시 유지 : 중소형 키워드 선정 + 1페이지 진입 가능 키워드 조합 확인</a:t>
            </a: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•  </a:t>
            </a:r>
            <a:r>
              <a:rPr lang="en-US" sz="1450" dirty="0">
                <a:solidFill>
                  <a:srgbClr val="C9CBD4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이 기준만 지키면 대부분 페널티 없이 1페이지 진입 조건을 갖출 수 있다</a:t>
            </a: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endParaRPr lang="en-US" sz="1450" dirty="0"/>
          </a:p>
        </p:txBody>
      </p:sp>
      <p:sp>
        <p:nvSpPr>
          <p:cNvPr id="13" name="BadgeCircle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A33C4E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BadgeText"/>
          <p:cNvSpPr/>
          <p:nvPr/>
        </p:nvSpPr>
        <p:spPr>
          <a:xfrm>
            <a:off x="548640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7-3</a:t>
            </a:r>
            <a:endParaRPr lang="en-US" sz="16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A33C4E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8-1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417320" y="41148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빠른 상품명 공식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68680" y="1673352"/>
            <a:ext cx="621792" cy="621792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181965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371600"/>
            <a:ext cx="9601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목표
</a:t>
            </a:r>
            <a:r>
              <a:rPr lang="en-US" sz="15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텀즈 7 + 중복 1회 규칙으로 상품명을 빠르게 완성한다 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880360"/>
            <a:ext cx="502920" cy="502920"/>
          </a:xfrm>
          <a:prstGeom prst="ellipse">
            <a:avLst/>
          </a:prstGeom>
          <a:solidFill>
            <a:srgbClr val="23263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999232"/>
            <a:ext cx="265176" cy="2651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8803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내용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566928" y="3474720"/>
            <a:ext cx="109728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•  </a:t>
            </a:r>
            <a:r>
              <a:rPr lang="en-US" sz="1450" dirty="0">
                <a:solidFill>
                  <a:srgbClr val="C9CBD4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STEP 1  불사자에서 카테고리 내 중소형 키워드 추출 ( 경쟁 40위 이내 )</a:t>
            </a: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•  </a:t>
            </a:r>
            <a:r>
              <a:rPr lang="en-US" sz="1450" dirty="0">
                <a:solidFill>
                  <a:srgbClr val="C9CBD4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STEP 2  키워드 조합 — 텀즈 합산이 7 이 되도록 선택</a:t>
            </a: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•  </a:t>
            </a:r>
            <a:r>
              <a:rPr lang="en-US" sz="1450" dirty="0">
                <a:solidFill>
                  <a:srgbClr val="C9CBD4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STEP 3  같은 단어 2회 이상 반복되지 않는지 확인 ( 1회 중복은 OK )</a:t>
            </a: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•  </a:t>
            </a:r>
            <a:r>
              <a:rPr lang="en-US" sz="1450" dirty="0">
                <a:solidFill>
                  <a:srgbClr val="C9CBD4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STEP 4  완성된 상품명으로 즉시 등록 → 다음 상품으로</a:t>
            </a: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endParaRPr lang="en-US" sz="1450" dirty="0"/>
          </a:p>
        </p:txBody>
      </p:sp>
      <p:sp>
        <p:nvSpPr>
          <p:cNvPr id="13" name="BadgeCircle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A33C4E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BadgeText"/>
          <p:cNvSpPr/>
          <p:nvPr/>
        </p:nvSpPr>
        <p:spPr>
          <a:xfrm>
            <a:off x="548640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6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A33C4E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9-1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417320" y="41148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1,000개 업로드 플랜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68680" y="1673352"/>
            <a:ext cx="621792" cy="621792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181965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371600"/>
            <a:ext cx="9601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목표
</a:t>
            </a:r>
            <a:r>
              <a:rPr lang="en-US" sz="15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많이 올릴수록 효자상품 후보를 빠르게 찾는다 — 목표와 일정을 수립한다 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880360"/>
            <a:ext cx="502920" cy="502920"/>
          </a:xfrm>
          <a:prstGeom prst="ellipse">
            <a:avLst/>
          </a:prstGeom>
          <a:solidFill>
            <a:srgbClr val="23263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999232"/>
            <a:ext cx="265176" cy="2651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8803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내용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566928" y="3474720"/>
            <a:ext cx="109728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•  </a:t>
            </a:r>
            <a:r>
              <a:rPr lang="en-US" sz="1450" dirty="0">
                <a:solidFill>
                  <a:srgbClr val="C9CBD4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핵심 논리 : 판매 데이터가 쌓여야 ' 어떤 상품을 고도화할지 ' 보인다</a:t>
            </a: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•  </a:t>
            </a:r>
            <a:r>
              <a:rPr lang="en-US" sz="1450" dirty="0">
                <a:solidFill>
                  <a:srgbClr val="C9CBD4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업로드 수가 </a:t>
            </a:r>
            <a:r>
              <a:rPr lang="en-US" sz="1450" dirty="0" err="1">
                <a:solidFill>
                  <a:srgbClr val="C9CBD4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많을수록</a:t>
            </a:r>
            <a:r>
              <a:rPr lang="en-US" sz="1450" dirty="0">
                <a:solidFill>
                  <a:srgbClr val="C9CBD4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 </a:t>
            </a:r>
            <a:r>
              <a:rPr lang="ko-KR" altLang="en-US" sz="1450" dirty="0">
                <a:solidFill>
                  <a:srgbClr val="C9CBD4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진짜 </a:t>
            </a:r>
            <a:r>
              <a:rPr lang="en-US" sz="1450" dirty="0" err="1">
                <a:solidFill>
                  <a:srgbClr val="C9CBD4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효자상품</a:t>
            </a:r>
            <a:r>
              <a:rPr lang="en-US" sz="1450" dirty="0">
                <a:solidFill>
                  <a:srgbClr val="C9CBD4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 후보가 빠르게 나타남 → 1,000개가 목표인 이유</a:t>
            </a: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•  </a:t>
            </a:r>
            <a:r>
              <a:rPr lang="en-US" sz="1450" dirty="0">
                <a:solidFill>
                  <a:srgbClr val="C9CBD4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하루 50개 기준 : 20일 완성 / 하루 30개 기준 : 34일 ( 내 속도에 맞게 설정 )</a:t>
            </a: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•  </a:t>
            </a:r>
            <a:r>
              <a:rPr lang="ko-KR" altLang="en-US" sz="1450" b="1" dirty="0">
                <a:solidFill>
                  <a:srgbClr val="C9CBD4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하루 업로드 목표수량 채운 후에 전체 광고 투입까지 반드시 하기</a:t>
            </a:r>
            <a:endParaRPr lang="en-US" sz="1450" dirty="0"/>
          </a:p>
        </p:txBody>
      </p:sp>
      <p:sp>
        <p:nvSpPr>
          <p:cNvPr id="13" name="BadgeCircle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A33C4E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BadgeText"/>
          <p:cNvSpPr/>
          <p:nvPr/>
        </p:nvSpPr>
        <p:spPr>
          <a:xfrm>
            <a:off x="548640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9-1</a:t>
            </a:r>
            <a:endParaRPr lang="en-US" sz="16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A33C4E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9-3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417320" y="41148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효자상품 이원화 전략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68680" y="1673352"/>
            <a:ext cx="621792" cy="621792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181965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371600"/>
            <a:ext cx="9601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목표
</a:t>
            </a:r>
            <a:r>
              <a:rPr lang="en-US" sz="15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대량 업로드로 발굴한 후보를 FM 방식으로 고도화하는 두 트랙 구조를 이해한다 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880360"/>
            <a:ext cx="502920" cy="502920"/>
          </a:xfrm>
          <a:prstGeom prst="ellipse">
            <a:avLst/>
          </a:prstGeom>
          <a:solidFill>
            <a:srgbClr val="23263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999232"/>
            <a:ext cx="265176" cy="2651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8803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내용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566928" y="3474720"/>
            <a:ext cx="109728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•  </a:t>
            </a:r>
            <a:r>
              <a:rPr lang="en-US" sz="1450" dirty="0" err="1">
                <a:solidFill>
                  <a:srgbClr val="C9CBD4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대량</a:t>
            </a:r>
            <a:r>
              <a:rPr lang="en-US" sz="1450" dirty="0">
                <a:solidFill>
                  <a:srgbClr val="C9CBD4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 </a:t>
            </a:r>
            <a:r>
              <a:rPr lang="en-US" sz="1450" dirty="0" err="1">
                <a:solidFill>
                  <a:srgbClr val="C9CBD4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빠른</a:t>
            </a:r>
            <a:r>
              <a:rPr lang="en-US" sz="1450" dirty="0">
                <a:solidFill>
                  <a:srgbClr val="C9CBD4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 </a:t>
            </a:r>
            <a:r>
              <a:rPr lang="en-US" sz="1450" dirty="0" err="1">
                <a:solidFill>
                  <a:srgbClr val="C9CBD4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업로드</a:t>
            </a:r>
            <a:r>
              <a:rPr lang="en-US" sz="1450" dirty="0">
                <a:solidFill>
                  <a:srgbClr val="C9CBD4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 : </a:t>
            </a:r>
            <a:r>
              <a:rPr lang="en-US" sz="1450" dirty="0" err="1">
                <a:solidFill>
                  <a:srgbClr val="C9CBD4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텀즈</a:t>
            </a:r>
            <a:r>
              <a:rPr lang="en-US" sz="1450" dirty="0">
                <a:solidFill>
                  <a:srgbClr val="C9CBD4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 7 고정 + </a:t>
            </a:r>
            <a:r>
              <a:rPr lang="ko-KR" altLang="en-US" sz="1450" dirty="0">
                <a:solidFill>
                  <a:srgbClr val="C9CBD4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중복 </a:t>
            </a:r>
            <a:r>
              <a:rPr lang="en-US" altLang="ko-KR" sz="1450" dirty="0">
                <a:solidFill>
                  <a:srgbClr val="C9CBD4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1 + </a:t>
            </a:r>
            <a:r>
              <a:rPr lang="ko-KR" altLang="en-US" sz="1450" dirty="0">
                <a:solidFill>
                  <a:srgbClr val="C9CBD4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빠른 업로드</a:t>
            </a:r>
            <a:r>
              <a:rPr lang="en-US" sz="1450" dirty="0">
                <a:solidFill>
                  <a:srgbClr val="C9CBD4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 → 판매 데이터 수집</a:t>
            </a: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•  </a:t>
            </a:r>
            <a:r>
              <a:rPr lang="en-US" sz="1450" dirty="0" err="1">
                <a:solidFill>
                  <a:srgbClr val="C9CBD4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효자상품</a:t>
            </a:r>
            <a:r>
              <a:rPr lang="en-US" sz="1450" dirty="0">
                <a:solidFill>
                  <a:srgbClr val="C9CBD4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 </a:t>
            </a:r>
            <a:r>
              <a:rPr lang="en-US" sz="1450" dirty="0" err="1">
                <a:solidFill>
                  <a:srgbClr val="C9CBD4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고도화</a:t>
            </a:r>
            <a:r>
              <a:rPr lang="en-US" sz="1450" dirty="0">
                <a:solidFill>
                  <a:srgbClr val="C9CBD4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  : 판매 상위 상품을 FM 텀즈 · 중복어 테스트로 정밀 최적화</a:t>
            </a: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•  </a:t>
            </a:r>
            <a:r>
              <a:rPr lang="en-US" sz="1450" dirty="0">
                <a:solidFill>
                  <a:srgbClr val="C9CBD4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1~2주차에 연습한 FM </a:t>
            </a:r>
            <a:r>
              <a:rPr lang="en-US" sz="1450" dirty="0" err="1">
                <a:solidFill>
                  <a:srgbClr val="C9CBD4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실력이</a:t>
            </a:r>
            <a:r>
              <a:rPr lang="en-US" sz="1450" dirty="0">
                <a:solidFill>
                  <a:srgbClr val="C9CBD4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 </a:t>
            </a:r>
            <a:r>
              <a:rPr lang="en-US" sz="1450" dirty="0" err="1">
                <a:solidFill>
                  <a:srgbClr val="C9CBD4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비로소</a:t>
            </a:r>
            <a:r>
              <a:rPr lang="en-US" sz="1450" dirty="0">
                <a:solidFill>
                  <a:srgbClr val="C9CBD4"/>
                </a:solidFill>
                <a:latin typeface="맞은 고딕" pitchFamily="34" charset="0"/>
                <a:ea typeface="맞은 고딕" pitchFamily="34" charset="-122"/>
                <a:cs typeface="맞은 고딕" pitchFamily="34" charset="-120"/>
              </a:rPr>
              <a:t> 진가를 발휘한다</a:t>
            </a: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endParaRPr lang="en-US" sz="1450" dirty="0"/>
          </a:p>
        </p:txBody>
      </p:sp>
      <p:sp>
        <p:nvSpPr>
          <p:cNvPr id="13" name="BadgeCircle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A33C4E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BadgeText"/>
          <p:cNvSpPr/>
          <p:nvPr/>
        </p:nvSpPr>
        <p:spPr>
          <a:xfrm>
            <a:off x="548640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9-3</a:t>
            </a:r>
            <a:endParaRPr lang="en-US" sz="16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Q&amp;A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920240"/>
            <a:ext cx="4937760" cy="4937760"/>
          </a:xfrm>
          <a:prstGeom prst="ellipse">
            <a:avLst/>
          </a:prstGeom>
          <a:solidFill>
            <a:srgbClr val="A33C4E">
              <a:alpha val="1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0607040" y="4297680"/>
            <a:ext cx="3108960" cy="3108960"/>
          </a:xfrm>
          <a:prstGeom prst="ellipse">
            <a:avLst/>
          </a:prstGeom>
          <a:solidFill>
            <a:srgbClr val="A33C4E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0"/>
          <p:cNvSpPr/>
          <p:nvPr/>
        </p:nvSpPr>
        <p:spPr>
          <a:xfrm>
            <a:off x="548640" y="1920240"/>
            <a:ext cx="10800000" cy="1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54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 &amp; A</a:t>
            </a:r>
            <a:endParaRPr lang="ko-KR" altLang="en-US" sz="5400" dirty="0"/>
          </a:p>
        </p:txBody>
      </p:sp>
      <p:sp>
        <p:nvSpPr>
          <p:cNvPr id="5" name="Text 1"/>
          <p:cNvSpPr/>
          <p:nvPr/>
        </p:nvSpPr>
        <p:spPr>
          <a:xfrm>
            <a:off x="548640" y="3600000"/>
            <a:ext cx="8000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0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궁금한 점을 자유롭게 질문해 주세요 .</a:t>
            </a:r>
            <a:endParaRPr lang="ko-KR" altLang="en-US" sz="2000" dirty="0"/>
          </a:p>
        </p:txBody>
      </p:sp>
      <p:sp>
        <p:nvSpPr>
          <p:cNvPr id="6" name="Shape 2"/>
          <p:cNvSpPr/>
          <p:nvPr/>
        </p:nvSpPr>
        <p:spPr>
          <a:xfrm>
            <a:off x="548640" y="4380000"/>
            <a:ext cx="11091672" cy="700000"/>
          </a:xfrm>
          <a:prstGeom prst="roundRect">
            <a:avLst>
              <a:gd name="adj" fmla="val 7407"/>
            </a:avLst>
          </a:prstGeom>
          <a:solidFill>
            <a:srgbClr val="1E2130"/>
          </a:solidFill>
          <a:ln/>
        </p:spPr>
        <p:txBody>
          <a:bodyPr wrap="square" lIns="182880" tIns="91440" rIns="182880" bIns="91440" rtlCol="0" anchor="ctr"/>
          <a:lstStyle/>
          <a:p>
            <a:pPr marL="0" indent="0" algn="ctr">
              <a:buNone/>
            </a:pPr>
            <a:r>
              <a:rPr lang="ko-KR" altLang="en-US" sz="16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 후 오늘 배운 내용 바로 실습</a:t>
            </a:r>
            <a:endParaRPr lang="ko-KR" altLang="en-US" sz="1600" dirty="0"/>
          </a:p>
        </p:txBody>
      </p:sp>
      <p:sp>
        <p:nvSpPr>
          <p:cNvPr id="7" name="Text 2"/>
          <p:cNvSpPr/>
          <p:nvPr/>
        </p:nvSpPr>
        <p:spPr>
          <a:xfrm>
            <a:off x="548640" y="6200000"/>
            <a:ext cx="300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용감한 용팀장</a:t>
            </a:r>
            <a:endParaRPr lang="ko-KR" alt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CB4405C-350D-4845-B905-C47189C122D4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02792549-02a5-401e-9003-4d89c971453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529</TotalTime>
  <Words>3123</Words>
  <Application>Microsoft Office PowerPoint</Application>
  <PresentationFormat>와이드스크린</PresentationFormat>
  <Paragraphs>623</Paragraphs>
  <Slides>50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50</vt:i4>
      </vt:variant>
    </vt:vector>
  </HeadingPairs>
  <TitlesOfParts>
    <vt:vector size="54" baseType="lpstr">
      <vt:lpstr>맑은 고딕</vt:lpstr>
      <vt:lpstr>맞은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용 최</cp:lastModifiedBy>
  <cp:revision>1</cp:revision>
  <dcterms:created xsi:type="dcterms:W3CDTF">2026-06-24T04:42:06Z</dcterms:created>
  <dcterms:modified xsi:type="dcterms:W3CDTF">2026-06-26T14:33:42Z</dcterms:modified>
</cp:coreProperties>
</file>