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96" r:id="rId11"/>
    <p:sldId id="292" r:id="rId12"/>
    <p:sldId id="297" r:id="rId13"/>
    <p:sldId id="29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7C0C8-7DE3-48A2-B9A7-D2D06C6D6F39}" v="1" dt="2026-06-19T05:54:59.872"/>
    <p1510:client id="{7C0CA53F-1C45-4A99-856A-0CAF1B68022D}" v="1" dt="2026-06-19T12:52:12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14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AI 썸네일 변경</a:t>
            </a:r>
          </a:p>
        </p:txBody>
      </p:sp>
      <p:sp>
        <p:nvSpPr>
          <p:cNvPr id="5" name="Shape 3"/>
          <p:cNvSpPr/>
          <p:nvPr/>
        </p:nvSpPr>
        <p:spPr>
          <a:xfrm>
            <a:off x="546100" y="1397000"/>
            <a:ext cx="4724400" cy="177800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5600" y="1473200"/>
            <a:ext cx="3556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기능은?
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프롬프트를 입력하면 제품 디테일은 그대로 둔 채 썸네일 이미지를 새로 만들어 줍니다.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E1AC0C7-B6F4-B92B-06B6-2751444EF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1498600"/>
            <a:ext cx="5994400" cy="4927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75AA49-95DC-44DF-84BB-291158D6324F}"/>
              </a:ext>
            </a:extLst>
          </p:cNvPr>
          <p:cNvSpPr txBox="1"/>
          <p:nvPr/>
        </p:nvSpPr>
        <p:spPr>
          <a:xfrm>
            <a:off x="546100" y="3403600"/>
            <a:ext cx="4724400" cy="302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✔  어떤 상품이든 프롬프트만 바꿔 적용
✔  배경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모델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분위기만 자연스럽게 교체
✔  제품의 형태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색상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로고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디테일은 </a:t>
            </a:r>
            <a:r>
              <a:rPr lang="en-US" altLang="ko-KR" sz="1700" b="1">
                <a:solidFill>
                  <a:srgbClr val="EAE8F0"/>
                </a:solidFill>
                <a:latin typeface="맑은 고딕"/>
                <a:ea typeface="맑은 고딕"/>
              </a:rPr>
              <a:t>100% </a:t>
            </a:r>
            <a:r>
              <a:rPr lang="ko-KR" altLang="en-US" sz="1700" b="1">
                <a:solidFill>
                  <a:srgbClr val="EAE8F0"/>
                </a:solidFill>
                <a:latin typeface="맑은 고딕"/>
                <a:ea typeface="맑은 고딕"/>
              </a:rPr>
              <a:t>유지</a:t>
            </a:r>
          </a:p>
        </p:txBody>
      </p:sp>
    </p:spTree>
    <p:extLst>
      <p:ext uri="{BB962C8B-B14F-4D97-AF65-F5344CB8AC3E}">
        <p14:creationId xmlns:p14="http://schemas.microsoft.com/office/powerpoint/2010/main" val="2518906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쓰는 썸네일 변경 프롬프트 10</a:t>
            </a:r>
          </a:p>
        </p:txBody>
      </p:sp>
      <p:sp>
        <p:nvSpPr>
          <p:cNvPr id="5" name="Shape 3"/>
          <p:cNvSpPr/>
          <p:nvPr/>
        </p:nvSpPr>
        <p:spPr>
          <a:xfrm>
            <a:off x="546100" y="1244600"/>
            <a:ext cx="11087100" cy="109220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5600" y="1295400"/>
            <a:ext cx="9677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안전장치 — 모든 프롬프트 끝에 붙이세요
</a:t>
            </a:r>
            <a:r>
              <a:rPr lang="ko-KR" altLang="en-US" sz="14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제품의 형태·색상·로고·버튼·디테일은 절대 변경하지 말고 원본 그대로 유지해줘.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F4A67-1E9B-47E0-BB89-5FC565B5CA8D}"/>
              </a:ext>
            </a:extLst>
          </p:cNvPr>
          <p:cNvSpPr txBox="1"/>
          <p:nvPr/>
        </p:nvSpPr>
        <p:spPr>
          <a:xfrm>
            <a:off x="508000" y="2641600"/>
            <a:ext cx="5486400" cy="29801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제품을 한국인 모델이 자연스럽게 사용하는 사진으로 바꿔줘. 밝고 깔끔한 분위기로.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배경을 깨끗한 흰색으로 바꾸고, 제품에만 자연스러운 그림자를 넣어 또렷하게 보여줘.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제품을 깔끔한 한국 가정집 실내(거실·주방 등)에 자연스럽게 배치한 사진으로 바꿔줘.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배경을 제품과 어울리는 은은한 단색(파스텔 톤)으로 바꿔 감성적인 분위기로 연출해줘.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구도와 배경은 그대로 두고, 밝기·선명도·색감만 자연스럽게 개선해줘.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04A30-87A4-4462-9C23-B2BC04E51723}"/>
              </a:ext>
            </a:extLst>
          </p:cNvPr>
          <p:cNvSpPr txBox="1"/>
          <p:nvPr/>
        </p:nvSpPr>
        <p:spPr>
          <a:xfrm>
            <a:off x="6248400" y="2641600"/>
            <a:ext cx="5486400" cy="29801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속 외국어 텍스트와 워터마크를 깔끔하게 지우고 배경을 자연스럽게 채워줘.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제품이 실제로 사용되는 상황을 자연스럽게 보여주는 사진으로 바꿔줘.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제품의 질감과 디테일이 잘 보이도록 가까이서 찍은 클로즈업 컷으로 바꿔줘.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제품은 그대로 두고, 배경에 시즌 분위기(봄·여름·가을·겨울·크리스마스 등)를 더해줘.</a:t>
            </a:r>
          </a:p>
          <a:p>
            <a:pPr marL="335000" indent="-33500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스튜디오에서 촬영한 듯 고급스러운 조명과 배경으로 제품을 돋보이게 바꿔줘.</a:t>
            </a:r>
          </a:p>
        </p:txBody>
      </p:sp>
    </p:spTree>
    <p:extLst>
      <p:ext uri="{BB962C8B-B14F-4D97-AF65-F5344CB8AC3E}">
        <p14:creationId xmlns:p14="http://schemas.microsoft.com/office/powerpoint/2010/main" val="2454938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 프롬프트로 썸네일 변경</a:t>
            </a:r>
          </a:p>
        </p:txBody>
      </p:sp>
      <p:sp>
        <p:nvSpPr>
          <p:cNvPr id="5" name="Shape 3"/>
          <p:cNvSpPr/>
          <p:nvPr/>
        </p:nvSpPr>
        <p:spPr>
          <a:xfrm>
            <a:off x="546100" y="1270000"/>
            <a:ext cx="11087100" cy="101600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5600" y="1320800"/>
            <a:ext cx="967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기능은?
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ChatGPT에 원본 이미지와 다음 장의 프롬프트를 함께 입력하면, 제품은 그대로 둔 채 배경만 전문 스튜디오 느낌으로 바꿔 줍니다.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193B2E4-33CA-3F88-C32B-308B81D95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0" y="2489200"/>
            <a:ext cx="74422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67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2 프롬프트 · 챗GPT 썸네일 변경</a:t>
            </a:r>
          </a:p>
        </p:txBody>
      </p:sp>
      <p:sp>
        <p:nvSpPr>
          <p:cNvPr id="5" name="Shape 3"/>
          <p:cNvSpPr/>
          <p:nvPr/>
        </p:nvSpPr>
        <p:spPr>
          <a:xfrm>
            <a:off x="546100" y="1270000"/>
            <a:ext cx="11087100" cy="101600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5600" y="1320800"/>
            <a:ext cx="967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쓰세요
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ChatGPT에 원본 상품 이미지를 올린 뒤, 아래 프롬프트를 그대로 붙여넣으세요. (배경 색상은 팔레트에서 자동으로 랜덤 선택됩니다)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5DC9B7-D69E-4CEA-A036-8D89082F8D7C}"/>
              </a:ext>
            </a:extLst>
          </p:cNvPr>
          <p:cNvSpPr txBox="1"/>
          <p:nvPr/>
        </p:nvSpPr>
        <p:spPr>
          <a:xfrm>
            <a:off x="546100" y="2489200"/>
            <a:ext cx="11099800" cy="4165600"/>
          </a:xfrm>
          <a:prstGeom prst="rect">
            <a:avLst/>
          </a:prstGeom>
          <a:solidFill>
            <a:srgbClr val="23262F"/>
          </a:solidFill>
          <a:ln w="12700">
            <a:solidFill>
              <a:srgbClr val="6E6470"/>
            </a:solidFill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600">
                <a:solidFill>
                  <a:srgbClr val="EAE8F0"/>
                </a:solidFill>
                <a:latin typeface="Consolas"/>
              </a:rPr>
              <a:t>High-end E-commerce Thumbnail: 1:1 Aspect Ratio, 1000x1000px. Replace background only. Product placed in a professional photography studio. The backdrop is a seamless, desaturated color randomly selected from the following palette (Milk Tea #FDF4E1, Powder Yellow #FFF8DC, Sand Beige #FFEBCD, Sweet Peach #FFE4E1, Apple Mango #FFEFD5, Biscuit #FFE4C4, Lemon Chiffon #FFFACD, Peach Puff #FFDAB9, Sky Blue #F0FFFF, Mist Green #E0FFFF, Mint White #F5FFFA, Cloud White #F8F8FF, Lavender Grey #E6E6FA, Green Tea #F0FFF0, Ice White #F8F8FF). Use soft cinematic lighting from top-left to create a realistic, long soft-edged drop shadow to the bottom-right for a 3D effect. The product occupies 85% of the frame, presented in a 45-degree quarter view for maximum visibility. Hyper-realistic studio photography style with sharp focus and natural depth of field. Keep the original product image intact. Do not add any text or logos on the image.</a:t>
            </a:r>
            <a:endParaRPr lang="ko-KR" altLang="en-US" sz="1600">
              <a:solidFill>
                <a:srgbClr val="EAE8F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02543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3D512D-FA4A-4A1A-B1AE-A45D6FFE9CD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c64c233-0c18-4aab-8789-7f6a2a06d18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1485</Words>
  <Application>Microsoft Office PowerPoint</Application>
  <PresentationFormat>와이드스크린</PresentationFormat>
  <Paragraphs>223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5</cp:revision>
  <dcterms:created xsi:type="dcterms:W3CDTF">2026-06-16T15:56:59Z</dcterms:created>
  <dcterms:modified xsi:type="dcterms:W3CDTF">2026-06-19T13:17:10Z</dcterms:modified>
</cp:coreProperties>
</file>