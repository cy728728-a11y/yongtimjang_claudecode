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6" r:id="rId15"/>
    <p:sldId id="279" r:id="rId16"/>
    <p:sldId id="28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3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화장대겸컴퓨터책상</a:t>
            </a:r>
            <a:r>
              <a:rPr lang="ko-KR" altLang="ko-KR" dirty="0"/>
              <a:t> 이 키워드를 </a:t>
            </a:r>
            <a:r>
              <a:rPr lang="ko-KR" altLang="ko-KR" dirty="0" err="1"/>
              <a:t>타오바오에서</a:t>
            </a:r>
            <a:r>
              <a:rPr lang="ko-KR" altLang="ko-KR" dirty="0"/>
              <a:t> 검색하고 싶어 검색어 3개 제안해줘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梳妆台书桌一体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927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상품을 찾아 '효자상품'으로 키우는 소싱 흐름을 익힌다.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소싱리스트 보는 방법 &amp; 필터 기준 — 팔릴 상품 선별 기준 익히기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내가 팔 상품 찾아보기 — 필터를 적용해 직접 선별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채널별 소싱 — 네이버 / 타오바오 / 쿠팡 3채널에서 직접 소싱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불사자로 상품 URL 수집 — 등록 준비 단계까지 연결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2049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816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/ 이미지 자리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필터 기준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상품수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이하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평균가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이하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해외배송 비율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해외배송 비율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altLang="ko-KR" sz="1350" dirty="0">
              <a:solidFill>
                <a:schemeClr val="bg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70648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개월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검색량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팔릴 상품 선별</a:t>
            </a:r>
            <a:endParaRPr lang="en-US" sz="30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5E38993-81BC-AA1D-F0B7-334E3328B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22" y="1491777"/>
            <a:ext cx="6508044" cy="3810330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66C160B1-5A22-AE94-15CF-E027CFE2B140}"/>
              </a:ext>
            </a:extLst>
          </p:cNvPr>
          <p:cNvSpPr/>
          <p:nvPr/>
        </p:nvSpPr>
        <p:spPr>
          <a:xfrm>
            <a:off x="751115" y="5457663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r>
              <a:rPr lang="en-US" altLang="ko-KR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60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알려드리는 필터 기준은 절대적인 기준은 아닙니다</a:t>
            </a:r>
            <a:r>
              <a:rPr lang="en-US" altLang="ko-KR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필터 수치는 조금씩 조정하면서 상품 찾아보기</a:t>
            </a:r>
            <a:endParaRPr lang="en-US" altLang="ko-KR" sz="1550" dirty="0">
              <a:solidFill>
                <a:srgbClr val="EAE8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endParaRPr lang="en-US" altLang="ko-KR" sz="500" b="1" i="1" dirty="0">
              <a:solidFill>
                <a:srgbClr val="EAE8F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altLang="ko-KR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</a:t>
            </a:r>
            <a:r>
              <a:rPr lang="ko-KR" altLang="en-US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기준은 아주 엄격한 기준입니다</a:t>
            </a:r>
            <a:r>
              <a:rPr lang="en-US" altLang="ko-KR" sz="1200" b="1" i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 )</a:t>
            </a:r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0C85A324-B2FE-E538-E030-DCBD4CB46CD0}"/>
              </a:ext>
            </a:extLst>
          </p:cNvPr>
          <p:cNvSpPr/>
          <p:nvPr/>
        </p:nvSpPr>
        <p:spPr>
          <a:xfrm>
            <a:off x="7468669" y="54525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312FFCB7-2566-F6F9-C62C-AA2777212B6C}"/>
              </a:ext>
            </a:extLst>
          </p:cNvPr>
          <p:cNvSpPr/>
          <p:nvPr/>
        </p:nvSpPr>
        <p:spPr>
          <a:xfrm>
            <a:off x="7816141" y="541601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해외배송 </a:t>
            </a:r>
            <a:r>
              <a:rPr lang="ko-KR" altLang="en-US" sz="135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총리뷰수</a:t>
            </a:r>
            <a:r>
              <a:rPr lang="ko-KR" alt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내림차순 정렬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2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소싱 방법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chemeClr val="bg1"/>
                </a:solidFill>
              </a:rPr>
              <a:t>AI</a:t>
            </a:r>
            <a:r>
              <a:rPr lang="ko-KR" altLang="en-US" sz="1350" dirty="0">
                <a:solidFill>
                  <a:schemeClr val="bg1"/>
                </a:solidFill>
              </a:rPr>
              <a:t>에게 해당 키워드의 중국어 검색어를 물어보고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1"/>
            <a:ext cx="3840480" cy="1382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타오바오</a:t>
            </a:r>
            <a:r>
              <a:rPr lang="ko-KR" altLang="en-US" sz="1350" dirty="0">
                <a:solidFill>
                  <a:schemeClr val="bg1"/>
                </a:solidFill>
              </a:rPr>
              <a:t> 검색 후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구매 수량 </a:t>
            </a:r>
            <a:r>
              <a:rPr lang="en-US" altLang="ko-KR" sz="1350" dirty="0">
                <a:solidFill>
                  <a:schemeClr val="bg1"/>
                </a:solidFill>
              </a:rPr>
              <a:t>/ </a:t>
            </a:r>
            <a:r>
              <a:rPr lang="ko-KR" altLang="en-US" sz="1350" dirty="0">
                <a:solidFill>
                  <a:schemeClr val="bg1"/>
                </a:solidFill>
              </a:rPr>
              <a:t>리뷰 </a:t>
            </a:r>
            <a:r>
              <a:rPr lang="en-US" altLang="ko-KR" sz="1350" dirty="0">
                <a:solidFill>
                  <a:schemeClr val="bg1"/>
                </a:solidFill>
              </a:rPr>
              <a:t>/ </a:t>
            </a:r>
            <a:r>
              <a:rPr lang="ko-KR" altLang="en-US" sz="1350" dirty="0">
                <a:solidFill>
                  <a:schemeClr val="bg1"/>
                </a:solidFill>
              </a:rPr>
              <a:t>판매자 등급 등을 확인해서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최종 상품 </a:t>
            </a:r>
            <a:r>
              <a:rPr lang="en-US" altLang="ko-KR" sz="1350" dirty="0">
                <a:solidFill>
                  <a:schemeClr val="bg1"/>
                </a:solidFill>
              </a:rPr>
              <a:t>2 ~ 3</a:t>
            </a:r>
            <a:r>
              <a:rPr lang="ko-KR" altLang="en-US" sz="1350" dirty="0">
                <a:solidFill>
                  <a:schemeClr val="bg1"/>
                </a:solidFill>
              </a:rPr>
              <a:t>개 소싱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altLang="ko-KR" sz="1350" b="1" i="1" dirty="0">
              <a:solidFill>
                <a:srgbClr val="E0A9A2"/>
              </a:solidFill>
            </a:endParaRPr>
          </a:p>
          <a:p>
            <a:pPr marL="0" indent="0" algn="l">
              <a:buNone/>
            </a:pPr>
            <a:r>
              <a:rPr lang="ko-KR" altLang="en-US" sz="1350" b="1" i="1" dirty="0">
                <a:solidFill>
                  <a:srgbClr val="E0A9A2"/>
                </a:solidFill>
              </a:rPr>
              <a:t>이 때</a:t>
            </a:r>
            <a:r>
              <a:rPr lang="en-US" altLang="ko-KR" sz="1350" b="1" i="1" dirty="0">
                <a:solidFill>
                  <a:srgbClr val="E0A9A2"/>
                </a:solidFill>
              </a:rPr>
              <a:t>, </a:t>
            </a:r>
            <a:r>
              <a:rPr lang="ko-KR" altLang="en-US" sz="1350" b="1" i="1" dirty="0">
                <a:solidFill>
                  <a:srgbClr val="E0A9A2"/>
                </a:solidFill>
              </a:rPr>
              <a:t>상품명 </a:t>
            </a:r>
            <a:r>
              <a:rPr lang="en-US" altLang="ko-KR" sz="1350" b="1" i="1" dirty="0">
                <a:solidFill>
                  <a:srgbClr val="E0A9A2"/>
                </a:solidFill>
              </a:rPr>
              <a:t>/ </a:t>
            </a:r>
            <a:r>
              <a:rPr lang="ko-KR" altLang="en-US" sz="1350" b="1" i="1" dirty="0">
                <a:solidFill>
                  <a:srgbClr val="E0A9A2"/>
                </a:solidFill>
              </a:rPr>
              <a:t>옵션명으로 쓸 키워드를 먼저 확인하고 </a:t>
            </a:r>
            <a:r>
              <a:rPr lang="ko-KR" altLang="en-US" sz="1350" b="1" i="1" dirty="0" err="1">
                <a:solidFill>
                  <a:srgbClr val="E0A9A2"/>
                </a:solidFill>
              </a:rPr>
              <a:t>소싱하는</a:t>
            </a:r>
            <a:r>
              <a:rPr lang="ko-KR" altLang="en-US" sz="1350" b="1" i="1" dirty="0">
                <a:solidFill>
                  <a:srgbClr val="E0A9A2"/>
                </a:solidFill>
              </a:rPr>
              <a:t> 것도 </a:t>
            </a:r>
            <a:r>
              <a:rPr lang="en-US" altLang="ko-KR" sz="1350" b="1" i="1" dirty="0">
                <a:solidFill>
                  <a:srgbClr val="E0A9A2"/>
                </a:solidFill>
              </a:rPr>
              <a:t>tip!</a:t>
            </a:r>
          </a:p>
        </p:txBody>
      </p:sp>
      <p:sp>
        <p:nvSpPr>
          <p:cNvPr id="15" name="Text 11"/>
          <p:cNvSpPr/>
          <p:nvPr/>
        </p:nvSpPr>
        <p:spPr>
          <a:xfrm>
            <a:off x="7470648" y="47320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4695503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불사자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URL </a:t>
            </a:r>
            <a:r>
              <a:rPr lang="ko-KR" altLang="en-US" sz="1350" dirty="0">
                <a:solidFill>
                  <a:schemeClr val="bg1"/>
                </a:solidFill>
              </a:rPr>
              <a:t>수집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86E069C-257D-807E-F6D8-3157B1F45EBA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타오바오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소싱 및 </a:t>
            </a:r>
            <a:r>
              <a:rPr lang="ko-KR" alt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3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7531382-319D-7200-B76B-55A6E92FD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87095"/>
            <a:ext cx="6546147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7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