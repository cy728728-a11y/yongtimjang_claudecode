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68" r:id="rId22"/>
    <p:sldId id="286" r:id="rId23"/>
    <p:sldId id="287" r:id="rId24"/>
    <p:sldId id="288" r:id="rId25"/>
    <p:sldId id="289" r:id="rId26"/>
    <p:sldId id="284" r:id="rId27"/>
    <p:sldId id="285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9A2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9F4A5-90E7-4A7D-BC91-626C0EF59D65}" v="2" dt="2026-06-12T12:25:4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455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delSld modSld">
      <pc:chgData name="용 최" userId="1589a7fea772e98f" providerId="LiveId" clId="{2278AE4D-1D9B-403D-98CE-CD0A01F10ABE}" dt="2026-06-12T15:17:21.823" v="30" actId="20577"/>
      <pc:docMkLst>
        <pc:docMk/>
      </pc:docMkLst>
      <pc:sldChg chg="modSp mod">
        <pc:chgData name="용 최" userId="1589a7fea772e98f" providerId="LiveId" clId="{2278AE4D-1D9B-403D-98CE-CD0A01F10ABE}" dt="2026-06-12T15:17:21.823" v="30" actId="2057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12T15:17:21.823" v="30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12T15:14:52.717" v="0" actId="47"/>
        <pc:sldMkLst>
          <pc:docMk/>
          <pc:sldMk cId="0" sldId="294"/>
        </pc:sldMkLst>
      </pc:sldChg>
    </pc:docChg>
  </pc:docChgLst>
  <pc:docChgLst>
    <pc:chgData name="용 최" userId="1589a7fea772e98f" providerId="LiveId" clId="{465AE703-AA2D-495B-8FBD-D8E5CDCF7249}"/>
    <pc:docChg chg="delSld modSld">
      <pc:chgData name="용 최" userId="1589a7fea772e98f" providerId="LiveId" clId="{465AE703-AA2D-495B-8FBD-D8E5CDCF7249}" dt="2026-06-12T12:26:00.571" v="182" actId="6549"/>
      <pc:docMkLst>
        <pc:docMk/>
      </pc:docMkLst>
      <pc:sldChg chg="del">
        <pc:chgData name="용 최" userId="1589a7fea772e98f" providerId="LiveId" clId="{465AE703-AA2D-495B-8FBD-D8E5CDCF7249}" dt="2026-06-12T12:24:50.160" v="1" actId="47"/>
        <pc:sldMkLst>
          <pc:docMk/>
          <pc:sldMk cId="0" sldId="270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1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2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3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4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5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6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7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8"/>
        </pc:sldMkLst>
      </pc:sldChg>
      <pc:sldChg chg="modNotesTx">
        <pc:chgData name="용 최" userId="1589a7fea772e98f" providerId="LiveId" clId="{465AE703-AA2D-495B-8FBD-D8E5CDCF7249}" dt="2026-06-12T12:26:00.571" v="182" actId="6549"/>
        <pc:sldMkLst>
          <pc:docMk/>
          <pc:sldMk cId="3993701726" sldId="28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 err="1"/>
              <a:t>서랍장겸화장대</a:t>
            </a:r>
            <a:r>
              <a:rPr lang="en-US" altLang="ko-KR" dirty="0"/>
              <a:t>’ </a:t>
            </a:r>
            <a:r>
              <a:rPr lang="ko-KR" altLang="en-US" dirty="0"/>
              <a:t>키워드가 등록 </a:t>
            </a:r>
            <a:r>
              <a:rPr lang="ko-KR" altLang="en-US" dirty="0" err="1"/>
              <a:t>상품수</a:t>
            </a:r>
            <a:r>
              <a:rPr lang="ko-KR" altLang="en-US" dirty="0"/>
              <a:t> </a:t>
            </a:r>
            <a:r>
              <a:rPr lang="en-US" altLang="ko-KR" dirty="0"/>
              <a:t>9,500</a:t>
            </a:r>
            <a:r>
              <a:rPr lang="ko-KR" altLang="en-US" dirty="0"/>
              <a:t>이라</a:t>
            </a:r>
            <a:r>
              <a:rPr lang="en-US" altLang="ko-KR" dirty="0"/>
              <a:t>, </a:t>
            </a:r>
            <a:r>
              <a:rPr lang="ko-KR" altLang="en-US" dirty="0"/>
              <a:t>이 키워드로 최적 </a:t>
            </a:r>
            <a:r>
              <a:rPr lang="ko-KR" altLang="en-US" dirty="0" err="1"/>
              <a:t>텀카운트</a:t>
            </a:r>
            <a:r>
              <a:rPr lang="ko-KR" altLang="en-US" dirty="0"/>
              <a:t> 찾기 테스트 시작</a:t>
            </a:r>
            <a:r>
              <a:rPr lang="en-US" altLang="ko-KR" dirty="0"/>
              <a:t>!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혹시 </a:t>
            </a:r>
            <a:r>
              <a:rPr lang="en-US" altLang="ko-KR" dirty="0"/>
              <a:t>4~500</a:t>
            </a:r>
            <a:r>
              <a:rPr lang="ko-KR" altLang="en-US" dirty="0"/>
              <a:t>위가 </a:t>
            </a:r>
            <a:r>
              <a:rPr lang="ko-KR" altLang="en-US" dirty="0" err="1"/>
              <a:t>안나오면</a:t>
            </a:r>
            <a:r>
              <a:rPr lang="en-US" altLang="ko-KR" dirty="0"/>
              <a:t>, </a:t>
            </a:r>
            <a:r>
              <a:rPr lang="ko-KR" altLang="en-US" dirty="0"/>
              <a:t>다른 키워드 찾아보기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실제로 테스트 결과 </a:t>
            </a:r>
            <a:r>
              <a:rPr lang="en-US" altLang="ko-KR" dirty="0"/>
              <a:t>189</a:t>
            </a:r>
            <a:r>
              <a:rPr lang="ko-KR" altLang="en-US" dirty="0"/>
              <a:t>위가 나와서</a:t>
            </a:r>
            <a:endParaRPr lang="en-US" altLang="ko-KR" dirty="0"/>
          </a:p>
          <a:p>
            <a:r>
              <a:rPr lang="ko-KR" altLang="en-US" dirty="0"/>
              <a:t>등록 상품 수 높은 키워드로 다시 테스트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1.5</a:t>
            </a:r>
            <a:r>
              <a:rPr lang="ko-KR" altLang="en-US" dirty="0"/>
              <a:t>만개 정도로 해보기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02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 err="1"/>
              <a:t>서랍장겸화장대</a:t>
            </a:r>
            <a:r>
              <a:rPr lang="en-US" altLang="ko-KR" dirty="0"/>
              <a:t>’ </a:t>
            </a:r>
            <a:r>
              <a:rPr lang="ko-KR" altLang="en-US" dirty="0"/>
              <a:t>키워드가 등록 </a:t>
            </a:r>
            <a:r>
              <a:rPr lang="ko-KR" altLang="en-US" dirty="0" err="1"/>
              <a:t>상품수</a:t>
            </a:r>
            <a:r>
              <a:rPr lang="ko-KR" altLang="en-US" dirty="0"/>
              <a:t> </a:t>
            </a:r>
            <a:r>
              <a:rPr lang="en-US" altLang="ko-KR" dirty="0"/>
              <a:t>9,500</a:t>
            </a:r>
            <a:r>
              <a:rPr lang="ko-KR" altLang="en-US" dirty="0"/>
              <a:t>이라</a:t>
            </a:r>
            <a:r>
              <a:rPr lang="en-US" altLang="ko-KR" dirty="0"/>
              <a:t>, </a:t>
            </a:r>
            <a:r>
              <a:rPr lang="ko-KR" altLang="en-US" dirty="0"/>
              <a:t>이 키워드로 최적 </a:t>
            </a:r>
            <a:r>
              <a:rPr lang="ko-KR" altLang="en-US" dirty="0" err="1"/>
              <a:t>텀카운트</a:t>
            </a:r>
            <a:r>
              <a:rPr lang="ko-KR" altLang="en-US" dirty="0"/>
              <a:t> 찾기 테스트 시작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혹시 </a:t>
            </a:r>
            <a:r>
              <a:rPr lang="en-US" altLang="ko-KR" dirty="0"/>
              <a:t>4~500</a:t>
            </a:r>
            <a:r>
              <a:rPr lang="ko-KR" altLang="en-US" dirty="0"/>
              <a:t>위가 </a:t>
            </a:r>
            <a:r>
              <a:rPr lang="ko-KR" altLang="en-US" dirty="0" err="1"/>
              <a:t>안나오면</a:t>
            </a:r>
            <a:r>
              <a:rPr lang="en-US" altLang="ko-KR" dirty="0"/>
              <a:t>, </a:t>
            </a:r>
            <a:r>
              <a:rPr lang="ko-KR" altLang="en-US" dirty="0"/>
              <a:t>다른 키워드 찾아보기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013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hyperlink" Target="https://docs.google.com/spreadsheets/d/1bkRcJfR2hpOFgNEpZPygNCaajEkDINnm8TArzp7-EC4/edit?gid=948983593#gid=948983593" TargetMode="External"/><Relationship Id="rId6" Type="http://schemas.openxmlformats.org/officeDocument/2006/relationships/image" Target="../media/image1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&amp; 중복 횟수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키워드를 기준으로 최적 텀카운트와 중복어 허용 범위를 찾아 상품명을 정밀 최적화한다.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키워드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찾기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~500위권) →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확인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최적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텀카운트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찾기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lang="en-US" altLang="ko-KR" sz="1450" b="1" dirty="0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찾은 최적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텀카운트로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중소형 키워드 </a:t>
            </a:r>
            <a:r>
              <a:rPr lang="ko-KR" altLang="en-US" sz="1450" b="0" dirty="0" err="1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중복어</a:t>
            </a:r>
            <a:r>
              <a:rPr lang="ko-KR" altLang="en-US" sz="1450" b="0" dirty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 사용 가능 여부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개념부터 배우자!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텀카운트(Term Count)란?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엔진은 상품명을 단순 </a:t>
            </a:r>
            <a:r>
              <a:rPr lang="en-US" sz="160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'글자 수(49자)'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아니라, 엔진 기준으로 쪼갠 </a:t>
            </a: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'단어(텀)의 개수'</a:t>
            </a:r>
            <a:r>
              <a:rPr lang="en-US" sz="16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인식합니다.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서랍장겸화장대</a:t>
            </a:r>
            <a:endParaRPr lang="en-US" sz="1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090672"/>
            <a:ext cx="292608" cy="292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2907792"/>
            <a:ext cx="1700784" cy="640080"/>
          </a:xfrm>
          <a:prstGeom prst="roundRect">
            <a:avLst>
              <a:gd name="adj" fmla="val 50000"/>
            </a:avLst>
          </a:prstGeom>
          <a:solidFill>
            <a:srgbClr val="232634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434840" y="290779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서랍장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18504" y="2907792"/>
            <a:ext cx="932688" cy="640080"/>
          </a:xfrm>
          <a:prstGeom prst="roundRect">
            <a:avLst>
              <a:gd name="adj" fmla="val 50000"/>
            </a:avLst>
          </a:prstGeom>
          <a:solidFill>
            <a:srgbClr val="232634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318504" y="2907792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34072" y="2907792"/>
            <a:ext cx="1700784" cy="640080"/>
          </a:xfrm>
          <a:prstGeom prst="roundRect">
            <a:avLst>
              <a:gd name="adj" fmla="val 50000"/>
            </a:avLst>
          </a:prstGeom>
          <a:solidFill>
            <a:srgbClr val="232634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434072" y="290779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화장대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09176" y="2907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3개의 텀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0690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1596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4069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허수 텀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'예쁜' 같이 엔진이 무의미하다고 판단하는 수식어는 카운트에 잡히지 않습니다.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33095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5074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방법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상품명을 따옴표("")로 묶어 '이름으로만 검색' → 개발자도구(F12) 네트워크 탭에서 확인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·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패널티란?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네이버의 각 '최하위 세부 카테고리'에는 허용하는 텀카운트의 뚜렷한 한계치가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10128" cy="2103120"/>
          </a:xfrm>
          <a:prstGeom prst="roundRect">
            <a:avLst>
              <a:gd name="adj" fmla="val 4348"/>
            </a:avLst>
          </a:prstGeom>
          <a:solidFill>
            <a:srgbClr val="1E2130"/>
          </a:solidFill>
          <a:ln w="1778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한계치 초과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단어를 무작정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구겨 넣음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3035808"/>
            <a:ext cx="210312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05656" y="2148840"/>
            <a:ext cx="3310128" cy="2103120"/>
          </a:xfrm>
          <a:prstGeom prst="roundRect">
            <a:avLst>
              <a:gd name="adj" fmla="val 4348"/>
            </a:avLst>
          </a:prstGeom>
          <a:solidFill>
            <a:srgbClr val="1E2130"/>
          </a:solidFill>
          <a:ln w="17780">
            <a:solidFill>
              <a:srgbClr val="E0A9A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379976" y="2468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 점수 하락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379976" y="3063240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검색어와의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적합도 점수가 깎임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035808"/>
            <a:ext cx="210312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62672" y="2148840"/>
            <a:ext cx="3310128" cy="2103120"/>
          </a:xfrm>
          <a:prstGeom prst="roundRect">
            <a:avLst>
              <a:gd name="adj" fmla="val 4348"/>
            </a:avLst>
          </a:prstGeom>
          <a:solidFill>
            <a:srgbClr val="1E2130"/>
          </a:solidFill>
          <a:ln w="1778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936992" y="2468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순위 하락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936992" y="3063240"/>
            <a:ext cx="2761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노출 순위가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떨어짐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1032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6634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 넘겨 단어를 많이 넣을수록 오히려 순위가 떨어지는 현상 = 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'텀카운트 패널티'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·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2A1B1E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패널티 없이 상품명에 꽉 채워 넣을 수 있는  </a:t>
            </a:r>
            <a:r>
              <a:rPr lang="en-US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'최대 키워드 개수의 한계선'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5FA89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0" y="36576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205472" y="3383280"/>
            <a:ext cx="128016" cy="1188720"/>
          </a:xfrm>
          <a:prstGeom prst="roundRect">
            <a:avLst/>
          </a:prstGeom>
          <a:solidFill>
            <a:srgbClr val="E0A9A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43708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구간 — 키워드 더 넣어도 OK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43708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패널티 구간 — 순위 하락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(한계선)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 적음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 많음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딱 이 한계선까지 유효 키워드를 최대한 배치하는 것이 핵심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· 테스트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 찾는 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402336" cy="402336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10131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3~500위권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'대표 키워드'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상품 등록 → 2~30분 대기 후 순위 확인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2496312"/>
            <a:ext cx="402336" cy="402336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331720"/>
            <a:ext cx="10131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순위 확인 </a:t>
            </a:r>
            <a:r>
              <a:rPr lang="en-US" sz="13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(기준점)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49824" cy="1783080"/>
          </a:xfrm>
          <a:prstGeom prst="roundRect">
            <a:avLst>
              <a:gd name="adj" fmla="val 5128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‘</a:t>
            </a:r>
            <a:r>
              <a:rPr lang="ko-KR" alt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</a:t>
            </a:r>
            <a:r>
              <a:rPr lang="en-US" altLang="ko-KR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r>
              <a:rPr lang="en-US" sz="1500" b="1" dirty="0" err="1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순위가</a:t>
            </a:r>
            <a:r>
              <a:rPr 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동일하면
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텀카운트를 </a:t>
            </a:r>
            <a:r>
              <a:rPr 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· 9로 늘리며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순위가 떨어지는 지점을 </a:t>
            </a:r>
            <a:r>
              <a:rPr 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떨어지기 직전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최적 텀카운트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90488" y="3291840"/>
            <a:ext cx="5449824" cy="1783080"/>
          </a:xfrm>
          <a:prstGeom prst="roundRect">
            <a:avLst>
              <a:gd name="adj" fmla="val 5128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10528" y="3520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· ‘</a:t>
            </a: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키워드</a:t>
            </a:r>
            <a:r>
              <a:rPr lang="en-US" altLang="ko-KR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 </a:t>
            </a: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순위보다 </a:t>
            </a:r>
            <a:r>
              <a:rPr lang="en-US" sz="1500" b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떨어지면</a:t>
            </a: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텀카운트를 </a:t>
            </a:r>
            <a:r>
              <a:rPr 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· 5로 줄이며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대표 키워드와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순위가 나오는 지점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최적 텀카운트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04688"/>
            <a:ext cx="329184" cy="32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52578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텀카운트는 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최하위 세부 카테고리마다 전부 다릅니다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새 카테고리마다 반드시 테스트!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실습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50" dirty="0">
                <a:solidFill>
                  <a:schemeClr val="bg1"/>
                </a:solidFill>
              </a:rPr>
              <a:t>등록 상품 </a:t>
            </a:r>
            <a:r>
              <a:rPr lang="en-US" altLang="ko-KR" sz="1350" dirty="0">
                <a:solidFill>
                  <a:schemeClr val="bg1"/>
                </a:solidFill>
              </a:rPr>
              <a:t>1</a:t>
            </a:r>
            <a:r>
              <a:rPr lang="ko-KR" altLang="en-US" sz="1350" dirty="0">
                <a:solidFill>
                  <a:schemeClr val="bg1"/>
                </a:solidFill>
              </a:rPr>
              <a:t>만</a:t>
            </a:r>
            <a:r>
              <a:rPr lang="en-US" altLang="ko-KR" sz="1350" dirty="0">
                <a:solidFill>
                  <a:schemeClr val="bg1"/>
                </a:solidFill>
              </a:rPr>
              <a:t>~2</a:t>
            </a:r>
            <a:r>
              <a:rPr lang="ko-KR" altLang="en-US" sz="1350" dirty="0">
                <a:solidFill>
                  <a:schemeClr val="bg1"/>
                </a:solidFill>
              </a:rPr>
              <a:t>만개 정도인 키워드를 대표 키워드로 하고 순위 테스트 해보기</a:t>
            </a:r>
            <a:endParaRPr lang="en-US" altLang="ko-KR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7470648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18120" y="29992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순위가 </a:t>
            </a:r>
            <a:r>
              <a:rPr lang="en-US" altLang="ko-KR" sz="1350" dirty="0">
                <a:solidFill>
                  <a:schemeClr val="bg1"/>
                </a:solidFill>
              </a:rPr>
              <a:t>3~500</a:t>
            </a:r>
            <a:r>
              <a:rPr lang="ko-KR" altLang="en-US" sz="1350" dirty="0">
                <a:solidFill>
                  <a:schemeClr val="bg1"/>
                </a:solidFill>
              </a:rPr>
              <a:t>위 정도인 키워드를 찾아서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그 키워드를 대표 키워드로 두고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최적 </a:t>
            </a:r>
            <a:r>
              <a:rPr lang="ko-KR" altLang="en-US" sz="1350" dirty="0" err="1">
                <a:solidFill>
                  <a:schemeClr val="bg1"/>
                </a:solidFill>
              </a:rPr>
              <a:t>텀카운트를</a:t>
            </a:r>
            <a:r>
              <a:rPr lang="ko-KR" altLang="en-US" sz="1350" dirty="0">
                <a:solidFill>
                  <a:schemeClr val="bg1"/>
                </a:solidFill>
              </a:rPr>
              <a:t> 찾아본다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7064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1812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chemeClr val="bg1"/>
                </a:solidFill>
              </a:rPr>
              <a:t>구글 시트에 테스트 결과 기입하기</a:t>
            </a: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ko-KR" altLang="en-US" sz="1350" dirty="0" err="1">
                <a:solidFill>
                  <a:schemeClr val="bg1"/>
                </a:solidFill>
              </a:rPr>
              <a:t>시트명</a:t>
            </a:r>
            <a:r>
              <a:rPr lang="ko-KR" altLang="en-US" sz="1350" dirty="0">
                <a:solidFill>
                  <a:schemeClr val="bg1"/>
                </a:solidFill>
              </a:rPr>
              <a:t> </a:t>
            </a:r>
            <a:r>
              <a:rPr lang="en-US" altLang="ko-KR" sz="1350" dirty="0">
                <a:solidFill>
                  <a:schemeClr val="bg1"/>
                </a:solidFill>
              </a:rPr>
              <a:t>[ 02 </a:t>
            </a:r>
            <a:r>
              <a:rPr lang="ko-KR" altLang="en-US" sz="1350" dirty="0">
                <a:solidFill>
                  <a:schemeClr val="bg1"/>
                </a:solidFill>
              </a:rPr>
              <a:t>최적 </a:t>
            </a:r>
            <a:r>
              <a:rPr lang="ko-KR" altLang="en-US" sz="1350" dirty="0" err="1">
                <a:solidFill>
                  <a:schemeClr val="bg1"/>
                </a:solidFill>
              </a:rPr>
              <a:t>텀카운트</a:t>
            </a:r>
            <a:r>
              <a:rPr lang="ko-KR" altLang="en-US" sz="1350" dirty="0">
                <a:solidFill>
                  <a:schemeClr val="bg1"/>
                </a:solidFill>
              </a:rPr>
              <a:t> 찾기 </a:t>
            </a:r>
            <a:r>
              <a:rPr lang="en-US" altLang="ko-KR" sz="1350" dirty="0">
                <a:solidFill>
                  <a:schemeClr val="bg1"/>
                </a:solidFill>
              </a:rPr>
              <a:t>&amp; </a:t>
            </a:r>
            <a:r>
              <a:rPr lang="ko-KR" altLang="en-US" sz="1350" dirty="0">
                <a:solidFill>
                  <a:schemeClr val="bg1"/>
                </a:solidFill>
              </a:rPr>
              <a:t>키워드 배열</a:t>
            </a:r>
            <a:r>
              <a:rPr lang="en-US" altLang="ko-KR" sz="1350" dirty="0">
                <a:solidFill>
                  <a:schemeClr val="bg1"/>
                </a:solidFill>
              </a:rPr>
              <a:t>]</a:t>
            </a:r>
          </a:p>
          <a:p>
            <a:pPr marL="0" indent="0" algn="l">
              <a:buNone/>
            </a:pPr>
            <a:endParaRPr lang="en-US" altLang="ko-KR" sz="135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3FCD608-26CC-9134-0506-31608B0D4754}"/>
              </a:ext>
            </a:extLst>
          </p:cNvPr>
          <p:cNvSpPr/>
          <p:nvPr/>
        </p:nvSpPr>
        <p:spPr>
          <a:xfrm>
            <a:off x="781812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D4F614-EA88-829C-5781-B55C489DE79C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 실습</a:t>
            </a:r>
            <a:endParaRPr lang="en-US" sz="30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5B4922F-4A48-5698-B2A5-D61607C68323}"/>
              </a:ext>
            </a:extLst>
          </p:cNvPr>
          <p:cNvGrpSpPr/>
          <p:nvPr/>
        </p:nvGrpSpPr>
        <p:grpSpPr>
          <a:xfrm>
            <a:off x="891540" y="1746504"/>
            <a:ext cx="5410669" cy="3010161"/>
            <a:chOff x="891540" y="1746504"/>
            <a:chExt cx="5410669" cy="3010161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82B9A048-CAA2-054A-62A7-410E8F5A3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540" y="1746504"/>
              <a:ext cx="5410669" cy="301016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9D738A-9573-CAB9-7BCD-DB0813563319}"/>
                </a:ext>
              </a:extLst>
            </p:cNvPr>
            <p:cNvSpPr/>
            <p:nvPr/>
          </p:nvSpPr>
          <p:spPr>
            <a:xfrm>
              <a:off x="1234440" y="3300287"/>
              <a:ext cx="3990703" cy="3154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0" name="그래픽 29" descr="단색으로 채워진 웃는 얼굴 단색으로 채워진">
            <a:hlinkClick r:id="rId5"/>
            <a:extLst>
              <a:ext uri="{FF2B5EF4-FFF2-40B4-BE49-F238E27FC236}">
                <a16:creationId xmlns:a16="http://schemas.microsoft.com/office/drawing/2014/main" id="{AB307B83-B402-FD54-377C-D304A37C1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8120" y="4357688"/>
            <a:ext cx="461916" cy="46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0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7452360" y="1554480"/>
            <a:ext cx="384048" cy="384048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64592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73568" y="151790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테스트 유의사항</a:t>
            </a:r>
            <a:r>
              <a:rPr lang="en-US" altLang="ko-KR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</a:rPr>
              <a:t>!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70648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18120" y="2157984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350" dirty="0">
                <a:solidFill>
                  <a:srgbClr val="E0A9A2"/>
                </a:solidFill>
              </a:rPr>
              <a:t>“</a:t>
            </a:r>
            <a:r>
              <a:rPr lang="ko-KR" altLang="en-US" sz="1350" dirty="0">
                <a:solidFill>
                  <a:srgbClr val="E0A9A2"/>
                </a:solidFill>
              </a:rPr>
              <a:t>검색어</a:t>
            </a:r>
            <a:r>
              <a:rPr lang="en-US" altLang="ko-KR" sz="1350" dirty="0">
                <a:solidFill>
                  <a:srgbClr val="E0A9A2"/>
                </a:solidFill>
              </a:rPr>
              <a:t>” </a:t>
            </a:r>
            <a:r>
              <a:rPr lang="ko-KR" altLang="en-US" sz="1350" dirty="0">
                <a:solidFill>
                  <a:srgbClr val="E0A9A2"/>
                </a:solidFill>
              </a:rPr>
              <a:t>로만 검색하기</a:t>
            </a:r>
            <a:endParaRPr lang="en-US" altLang="ko-KR" sz="1350" dirty="0">
              <a:solidFill>
                <a:srgbClr val="E0A9A2"/>
              </a:solidFill>
            </a:endParaRPr>
          </a:p>
          <a:p>
            <a:endParaRPr lang="en-US" altLang="ko-KR" sz="1350" dirty="0">
              <a:solidFill>
                <a:schemeClr val="bg1"/>
              </a:solidFill>
            </a:endParaRPr>
          </a:p>
          <a:p>
            <a:r>
              <a:rPr lang="ko-KR" altLang="en-US" sz="1350" dirty="0">
                <a:solidFill>
                  <a:schemeClr val="bg1"/>
                </a:solidFill>
              </a:rPr>
              <a:t>꼭 클릭해서 테스트하고자 하는 키워드 결과값 정확히 확인하기</a:t>
            </a:r>
            <a:endParaRPr lang="en-US" altLang="ko-KR" sz="135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D4F614-EA88-829C-5781-B55C489DE79C}"/>
              </a:ext>
            </a:extLst>
          </p:cNvPr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텀카운트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찾기</a:t>
            </a:r>
            <a:endParaRPr lang="en-US" sz="30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C259D68-7FE8-3A78-9B2C-0C5BAAF9340D}"/>
              </a:ext>
            </a:extLst>
          </p:cNvPr>
          <p:cNvGrpSpPr/>
          <p:nvPr/>
        </p:nvGrpSpPr>
        <p:grpSpPr>
          <a:xfrm>
            <a:off x="663025" y="1645920"/>
            <a:ext cx="6131314" cy="1432684"/>
            <a:chOff x="663025" y="1645920"/>
            <a:chExt cx="6131314" cy="143268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A544F51-725B-D8C4-94F1-A511E6DE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6591"/>
            <a:stretch>
              <a:fillRect/>
            </a:stretch>
          </p:blipFill>
          <p:spPr>
            <a:xfrm>
              <a:off x="663025" y="1645920"/>
              <a:ext cx="6131314" cy="143268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9D738A-9573-CAB9-7BCD-DB0813563319}"/>
                </a:ext>
              </a:extLst>
            </p:cNvPr>
            <p:cNvSpPr/>
            <p:nvPr/>
          </p:nvSpPr>
          <p:spPr>
            <a:xfrm>
              <a:off x="3173064" y="2659246"/>
              <a:ext cx="1896649" cy="3154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916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2122</Words>
  <Application>Microsoft Office PowerPoint</Application>
  <PresentationFormat>와이드스크린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1페이지 점령 - 1주차</dc:title>
  <dc:subject>PptxGenJS Presentation</dc:subject>
  <dc:creator>용감한 용팀장</dc:creator>
  <cp:lastModifiedBy>용 최</cp:lastModifiedBy>
  <cp:revision>24</cp:revision>
  <dcterms:created xsi:type="dcterms:W3CDTF">2026-06-12T02:15:20Z</dcterms:created>
  <dcterms:modified xsi:type="dcterms:W3CDTF">2026-06-12T15:17:31Z</dcterms:modified>
</cp:coreProperties>
</file>