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7" r:id="rId9"/>
    <p:sldId id="28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 자동 순위추적 등록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중소형 키워드를 셀링하니에 등록해 매일 순위를 자동으로 추적한다.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방법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D18E60-BCA3-1908-A75C-8A300254DD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000"/>
          <a:stretch>
            <a:fillRect/>
          </a:stretch>
        </p:blipFill>
        <p:spPr>
          <a:xfrm>
            <a:off x="1397000" y="4089400"/>
            <a:ext cx="3568700" cy="2349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B292747-D92C-E626-C9A6-EBEE813A0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4089400"/>
            <a:ext cx="3263900" cy="2349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B0D3FC-8C00-4932-8872-EE0BCF31187A}"/>
              </a:ext>
            </a:extLst>
          </p:cNvPr>
          <p:cNvSpPr txBox="1"/>
          <p:nvPr/>
        </p:nvSpPr>
        <p:spPr>
          <a:xfrm>
            <a:off x="571500" y="3594100"/>
            <a:ext cx="53975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①  모니터링 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› 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실시간 모니터링 선택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53EF2-4EDC-4600-8153-36B9CF58EDEF}"/>
              </a:ext>
            </a:extLst>
          </p:cNvPr>
          <p:cNvSpPr txBox="1"/>
          <p:nvPr/>
        </p:nvSpPr>
        <p:spPr>
          <a:xfrm>
            <a:off x="6096000" y="35941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②  상품 등록 후 중소형 키워드 입력</a:t>
            </a:r>
          </a:p>
        </p:txBody>
      </p:sp>
    </p:spTree>
    <p:extLst>
      <p:ext uri="{BB962C8B-B14F-4D97-AF65-F5344CB8AC3E}">
        <p14:creationId xmlns:p14="http://schemas.microsoft.com/office/powerpoint/2010/main" val="106471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 자동 순위추적 결과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셀링하니가 매일 오전 하루 한 번, 등록한 키워드의 순위를 자동으로 추적합니다.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C8842A-1940-1C63-A4A0-8616A8CE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692400"/>
            <a:ext cx="10795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3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