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63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130"/>
    <a:srgbClr val="1416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630BA9-FA84-4F1A-84A4-12FF6DBF1788}" v="3" dt="2026-06-26T14:26:35.263"/>
    <p1510:client id="{662297DB-3009-49BD-A33A-F9324C99E058}" v="30" vWet="31" dt="2026-06-26T07:40:42.023"/>
    <p1510:client id="{AE320EE3-6629-4F24-A303-5A7952CCAB20}" v="3" dt="2026-06-26T04:49:33.600"/>
    <p1510:client id="{B40A4064-3035-46EB-A17E-8A3129D30366}" v="2" dt="2026-06-26T14:07:21.8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 최" userId="1589a7fea772e98f" providerId="LiveId" clId="{2278AE4D-1D9B-403D-98CE-CD0A01F10ABE}"/>
    <pc:docChg chg="undo custSel delSld modSld">
      <pc:chgData name="용 최" userId="1589a7fea772e98f" providerId="LiveId" clId="{2278AE4D-1D9B-403D-98CE-CD0A01F10ABE}" dt="2026-06-26T14:33:38.695" v="1027" actId="20577"/>
      <pc:docMkLst>
        <pc:docMk/>
      </pc:docMkLst>
      <pc:sldChg chg="modSp mod">
        <pc:chgData name="용 최" userId="1589a7fea772e98f" providerId="LiveId" clId="{2278AE4D-1D9B-403D-98CE-CD0A01F10ABE}" dt="2026-06-26T04:37:50.202" v="95" actId="20577"/>
        <pc:sldMkLst>
          <pc:docMk/>
          <pc:sldMk cId="0" sldId="261"/>
        </pc:sldMkLst>
        <pc:spChg chg="mod">
          <ac:chgData name="용 최" userId="1589a7fea772e98f" providerId="LiveId" clId="{2278AE4D-1D9B-403D-98CE-CD0A01F10ABE}" dt="2026-06-26T04:37:50.202" v="95" actId="20577"/>
          <ac:spMkLst>
            <pc:docMk/>
            <pc:sldMk cId="0" sldId="261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04:38:14.730" v="120" actId="20577"/>
        <pc:sldMkLst>
          <pc:docMk/>
          <pc:sldMk cId="0" sldId="262"/>
        </pc:sldMkLst>
        <pc:spChg chg="mod">
          <ac:chgData name="용 최" userId="1589a7fea772e98f" providerId="LiveId" clId="{2278AE4D-1D9B-403D-98CE-CD0A01F10ABE}" dt="2026-06-26T04:38:14.730" v="120" actId="20577"/>
          <ac:spMkLst>
            <pc:docMk/>
            <pc:sldMk cId="0" sldId="262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2:35:16.687" v="307" actId="20577"/>
        <pc:sldMkLst>
          <pc:docMk/>
          <pc:sldMk cId="0" sldId="264"/>
        </pc:sldMkLst>
        <pc:spChg chg="mod">
          <ac:chgData name="용 최" userId="1589a7fea772e98f" providerId="LiveId" clId="{2278AE4D-1D9B-403D-98CE-CD0A01F10ABE}" dt="2026-06-26T12:35:16.687" v="307" actId="20577"/>
          <ac:spMkLst>
            <pc:docMk/>
            <pc:sldMk cId="0" sldId="264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04:07.152" v="518" actId="14100"/>
        <pc:sldMkLst>
          <pc:docMk/>
          <pc:sldMk cId="0" sldId="265"/>
        </pc:sldMkLst>
        <pc:spChg chg="mod">
          <ac:chgData name="용 최" userId="1589a7fea772e98f" providerId="LiveId" clId="{2278AE4D-1D9B-403D-98CE-CD0A01F10ABE}" dt="2026-06-26T14:04:07.152" v="518" actId="14100"/>
          <ac:spMkLst>
            <pc:docMk/>
            <pc:sldMk cId="0" sldId="265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05:06.057" v="558" actId="6549"/>
        <pc:sldMkLst>
          <pc:docMk/>
          <pc:sldMk cId="0" sldId="266"/>
        </pc:sldMkLst>
        <pc:spChg chg="mod">
          <ac:chgData name="용 최" userId="1589a7fea772e98f" providerId="LiveId" clId="{2278AE4D-1D9B-403D-98CE-CD0A01F10ABE}" dt="2026-06-26T14:05:06.057" v="558" actId="6549"/>
          <ac:spMkLst>
            <pc:docMk/>
            <pc:sldMk cId="0" sldId="266"/>
            <ac:spMk id="12" creationId="{00000000-0000-0000-0000-000000000000}"/>
          </ac:spMkLst>
        </pc:spChg>
      </pc:sldChg>
      <pc:sldChg chg="modSp del mod">
        <pc:chgData name="용 최" userId="1589a7fea772e98f" providerId="LiveId" clId="{2278AE4D-1D9B-403D-98CE-CD0A01F10ABE}" dt="2026-06-26T14:24:57.863" v="668" actId="47"/>
        <pc:sldMkLst>
          <pc:docMk/>
          <pc:sldMk cId="0" sldId="267"/>
        </pc:sldMkLst>
        <pc:spChg chg="mod">
          <ac:chgData name="용 최" userId="1589a7fea772e98f" providerId="LiveId" clId="{2278AE4D-1D9B-403D-98CE-CD0A01F10ABE}" dt="2026-06-26T14:24:39.281" v="667"/>
          <ac:spMkLst>
            <pc:docMk/>
            <pc:sldMk cId="0" sldId="267"/>
            <ac:spMk id="4" creationId="{00000000-0000-0000-0000-000000000000}"/>
          </ac:spMkLst>
        </pc:spChg>
        <pc:spChg chg="mod">
          <ac:chgData name="용 최" userId="1589a7fea772e98f" providerId="LiveId" clId="{2278AE4D-1D9B-403D-98CE-CD0A01F10ABE}" dt="2026-06-26T14:07:46.028" v="660" actId="14100"/>
          <ac:spMkLst>
            <pc:docMk/>
            <pc:sldMk cId="0" sldId="267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04:40:09.416" v="133" actId="207"/>
        <pc:sldMkLst>
          <pc:docMk/>
          <pc:sldMk cId="0" sldId="269"/>
        </pc:sldMkLst>
        <pc:spChg chg="mod">
          <ac:chgData name="용 최" userId="1589a7fea772e98f" providerId="LiveId" clId="{2278AE4D-1D9B-403D-98CE-CD0A01F10ABE}" dt="2026-06-26T04:39:35.501" v="123" actId="207"/>
          <ac:spMkLst>
            <pc:docMk/>
            <pc:sldMk cId="0" sldId="269"/>
            <ac:spMk id="3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9.416" v="133" actId="207"/>
          <ac:spMkLst>
            <pc:docMk/>
            <pc:sldMk cId="0" sldId="269"/>
            <ac:spMk id="4" creationId="{00000000-0000-0000-0000-000000000000}"/>
          </ac:spMkLst>
        </pc:spChg>
        <pc:spChg chg="mod">
          <ac:chgData name="용 최" userId="1589a7fea772e98f" providerId="LiveId" clId="{2278AE4D-1D9B-403D-98CE-CD0A01F10ABE}" dt="2026-06-26T04:39:29.476" v="122" actId="207"/>
          <ac:spMkLst>
            <pc:docMk/>
            <pc:sldMk cId="0" sldId="269"/>
            <ac:spMk id="5" creationId="{00000000-0000-0000-0000-000000000000}"/>
          </ac:spMkLst>
        </pc:spChg>
        <pc:spChg chg="mod">
          <ac:chgData name="용 최" userId="1589a7fea772e98f" providerId="LiveId" clId="{2278AE4D-1D9B-403D-98CE-CD0A01F10ABE}" dt="2026-06-26T04:39:39.057" v="124" actId="207"/>
          <ac:spMkLst>
            <pc:docMk/>
            <pc:sldMk cId="0" sldId="269"/>
            <ac:spMk id="10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4.144" v="130" actId="207"/>
          <ac:spMkLst>
            <pc:docMk/>
            <pc:sldMk cId="0" sldId="269"/>
            <ac:spMk id="11" creationId="{00000000-0000-0000-0000-000000000000}"/>
          </ac:spMkLst>
        </pc:spChg>
        <pc:spChg chg="mod">
          <ac:chgData name="용 최" userId="1589a7fea772e98f" providerId="LiveId" clId="{2278AE4D-1D9B-403D-98CE-CD0A01F10ABE}" dt="2026-06-26T04:39:29.476" v="122" actId="207"/>
          <ac:spMkLst>
            <pc:docMk/>
            <pc:sldMk cId="0" sldId="269"/>
            <ac:spMk id="13" creationId="{00000000-0000-0000-0000-000000000000}"/>
          </ac:spMkLst>
        </pc:spChg>
        <pc:spChg chg="mod">
          <ac:chgData name="용 최" userId="1589a7fea772e98f" providerId="LiveId" clId="{2278AE4D-1D9B-403D-98CE-CD0A01F10ABE}" dt="2026-06-26T04:39:44.307" v="127" actId="115"/>
          <ac:spMkLst>
            <pc:docMk/>
            <pc:sldMk cId="0" sldId="269"/>
            <ac:spMk id="18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4.144" v="130" actId="207"/>
          <ac:spMkLst>
            <pc:docMk/>
            <pc:sldMk cId="0" sldId="269"/>
            <ac:spMk id="19" creationId="{00000000-0000-0000-0000-000000000000}"/>
          </ac:spMkLst>
        </pc:spChg>
        <pc:spChg chg="mod">
          <ac:chgData name="용 최" userId="1589a7fea772e98f" providerId="LiveId" clId="{2278AE4D-1D9B-403D-98CE-CD0A01F10ABE}" dt="2026-06-26T04:39:29.476" v="122" actId="207"/>
          <ac:spMkLst>
            <pc:docMk/>
            <pc:sldMk cId="0" sldId="269"/>
            <ac:spMk id="21" creationId="{00000000-0000-0000-0000-000000000000}"/>
          </ac:spMkLst>
        </pc:spChg>
        <pc:spChg chg="mod">
          <ac:chgData name="용 최" userId="1589a7fea772e98f" providerId="LiveId" clId="{2278AE4D-1D9B-403D-98CE-CD0A01F10ABE}" dt="2026-06-26T04:39:46.872" v="128" actId="207"/>
          <ac:spMkLst>
            <pc:docMk/>
            <pc:sldMk cId="0" sldId="269"/>
            <ac:spMk id="26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4.144" v="130" actId="207"/>
          <ac:spMkLst>
            <pc:docMk/>
            <pc:sldMk cId="0" sldId="269"/>
            <ac:spMk id="27" creationId="{00000000-0000-0000-0000-000000000000}"/>
          </ac:spMkLst>
        </pc:spChg>
        <pc:spChg chg="mod">
          <ac:chgData name="용 최" userId="1589a7fea772e98f" providerId="LiveId" clId="{2278AE4D-1D9B-403D-98CE-CD0A01F10ABE}" dt="2026-06-26T04:39:29.476" v="122" actId="207"/>
          <ac:spMkLst>
            <pc:docMk/>
            <pc:sldMk cId="0" sldId="269"/>
            <ac:spMk id="29" creationId="{00000000-0000-0000-0000-000000000000}"/>
          </ac:spMkLst>
        </pc:spChg>
        <pc:spChg chg="mod">
          <ac:chgData name="용 최" userId="1589a7fea772e98f" providerId="LiveId" clId="{2278AE4D-1D9B-403D-98CE-CD0A01F10ABE}" dt="2026-06-26T04:39:53.840" v="129" actId="207"/>
          <ac:spMkLst>
            <pc:docMk/>
            <pc:sldMk cId="0" sldId="269"/>
            <ac:spMk id="34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4.144" v="130" actId="207"/>
          <ac:spMkLst>
            <pc:docMk/>
            <pc:sldMk cId="0" sldId="269"/>
            <ac:spMk id="35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04:43:30.637" v="224" actId="20577"/>
        <pc:sldMkLst>
          <pc:docMk/>
          <pc:sldMk cId="0" sldId="270"/>
        </pc:sldMkLst>
        <pc:spChg chg="mod">
          <ac:chgData name="용 최" userId="1589a7fea772e98f" providerId="LiveId" clId="{2278AE4D-1D9B-403D-98CE-CD0A01F10ABE}" dt="2026-06-26T04:43:30.637" v="224" actId="20577"/>
          <ac:spMkLst>
            <pc:docMk/>
            <pc:sldMk cId="0" sldId="270"/>
            <ac:spMk id="5" creationId="{00000000-0000-0000-0000-000000000000}"/>
          </ac:spMkLst>
        </pc:spChg>
        <pc:spChg chg="mod">
          <ac:chgData name="용 최" userId="1589a7fea772e98f" providerId="LiveId" clId="{2278AE4D-1D9B-403D-98CE-CD0A01F10ABE}" dt="2026-06-26T04:39:15.326" v="121" actId="207"/>
          <ac:spMkLst>
            <pc:docMk/>
            <pc:sldMk cId="0" sldId="270"/>
            <ac:spMk id="8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04:47:33.429" v="237" actId="20577"/>
        <pc:sldMkLst>
          <pc:docMk/>
          <pc:sldMk cId="0" sldId="276"/>
        </pc:sldMkLst>
        <pc:spChg chg="mod">
          <ac:chgData name="용 최" userId="1589a7fea772e98f" providerId="LiveId" clId="{2278AE4D-1D9B-403D-98CE-CD0A01F10ABE}" dt="2026-06-26T04:45:17.423" v="230"/>
          <ac:spMkLst>
            <pc:docMk/>
            <pc:sldMk cId="0" sldId="276"/>
            <ac:spMk id="10" creationId="{00000000-0000-0000-0000-000000000000}"/>
          </ac:spMkLst>
        </pc:spChg>
        <pc:spChg chg="mod">
          <ac:chgData name="용 최" userId="1589a7fea772e98f" providerId="LiveId" clId="{2278AE4D-1D9B-403D-98CE-CD0A01F10ABE}" dt="2026-06-26T04:47:33.429" v="237" actId="20577"/>
          <ac:spMkLst>
            <pc:docMk/>
            <pc:sldMk cId="0" sldId="276"/>
            <ac:spMk id="31" creationId="{00000000-0000-0000-0000-000000000000}"/>
          </ac:spMkLst>
        </pc:spChg>
      </pc:sldChg>
      <pc:sldChg chg="addSp modSp mod">
        <pc:chgData name="용 최" userId="1589a7fea772e98f" providerId="LiveId" clId="{2278AE4D-1D9B-403D-98CE-CD0A01F10ABE}" dt="2026-06-26T04:52:19.797" v="259"/>
        <pc:sldMkLst>
          <pc:docMk/>
          <pc:sldMk cId="0" sldId="278"/>
        </pc:sldMkLst>
        <pc:spChg chg="add mod">
          <ac:chgData name="용 최" userId="1589a7fea772e98f" providerId="LiveId" clId="{2278AE4D-1D9B-403D-98CE-CD0A01F10ABE}" dt="2026-06-26T04:52:19.776" v="241"/>
          <ac:spMkLst>
            <pc:docMk/>
            <pc:sldMk cId="0" sldId="278"/>
            <ac:spMk id="18" creationId="{7E032809-FD6C-4EB6-BCB7-561A1C6FBBD8}"/>
          </ac:spMkLst>
        </pc:spChg>
        <pc:spChg chg="add mod">
          <ac:chgData name="용 최" userId="1589a7fea772e98f" providerId="LiveId" clId="{2278AE4D-1D9B-403D-98CE-CD0A01F10ABE}" dt="2026-06-26T04:52:19.777" v="245"/>
          <ac:spMkLst>
            <pc:docMk/>
            <pc:sldMk cId="0" sldId="278"/>
            <ac:spMk id="19" creationId="{F8B93696-78DF-430B-A8F4-387C287D4A49}"/>
          </ac:spMkLst>
        </pc:spChg>
        <pc:spChg chg="add mod">
          <ac:chgData name="용 최" userId="1589a7fea772e98f" providerId="LiveId" clId="{2278AE4D-1D9B-403D-98CE-CD0A01F10ABE}" dt="2026-06-26T04:52:19.791" v="252"/>
          <ac:spMkLst>
            <pc:docMk/>
            <pc:sldMk cId="0" sldId="278"/>
            <ac:spMk id="20" creationId="{40957A12-6736-4B76-8C72-D5C49AB79BE3}"/>
          </ac:spMkLst>
        </pc:spChg>
        <pc:spChg chg="add mod">
          <ac:chgData name="용 최" userId="1589a7fea772e98f" providerId="LiveId" clId="{2278AE4D-1D9B-403D-98CE-CD0A01F10ABE}" dt="2026-06-26T04:52:19.797" v="259"/>
          <ac:spMkLst>
            <pc:docMk/>
            <pc:sldMk cId="0" sldId="278"/>
            <ac:spMk id="21" creationId="{0FE36514-2FFF-4D94-BF75-6BD66895CF53}"/>
          </ac:spMkLst>
        </pc:spChg>
      </pc:sldChg>
      <pc:sldChg chg="modSp mod">
        <pc:chgData name="용 최" userId="1589a7fea772e98f" providerId="LiveId" clId="{2278AE4D-1D9B-403D-98CE-CD0A01F10ABE}" dt="2026-06-26T12:38:00.768" v="408" actId="14100"/>
        <pc:sldMkLst>
          <pc:docMk/>
          <pc:sldMk cId="0" sldId="291"/>
        </pc:sldMkLst>
        <pc:spChg chg="mod">
          <ac:chgData name="용 최" userId="1589a7fea772e98f" providerId="LiveId" clId="{2278AE4D-1D9B-403D-98CE-CD0A01F10ABE}" dt="2026-06-26T12:37:44.003" v="361"/>
          <ac:spMkLst>
            <pc:docMk/>
            <pc:sldMk cId="0" sldId="291"/>
            <ac:spMk id="10" creationId="{00000000-0000-0000-0000-000000000000}"/>
          </ac:spMkLst>
        </pc:spChg>
        <pc:spChg chg="mod">
          <ac:chgData name="용 최" userId="1589a7fea772e98f" providerId="LiveId" clId="{2278AE4D-1D9B-403D-98CE-CD0A01F10ABE}" dt="2026-06-26T12:37:44.006" v="369"/>
          <ac:spMkLst>
            <pc:docMk/>
            <pc:sldMk cId="0" sldId="291"/>
            <ac:spMk id="12" creationId="{00000000-0000-0000-0000-000000000000}"/>
          </ac:spMkLst>
        </pc:spChg>
        <pc:picChg chg="mod">
          <ac:chgData name="용 최" userId="1589a7fea772e98f" providerId="LiveId" clId="{2278AE4D-1D9B-403D-98CE-CD0A01F10ABE}" dt="2026-06-26T12:38:00.768" v="408" actId="14100"/>
          <ac:picMkLst>
            <pc:docMk/>
            <pc:sldMk cId="0" sldId="291"/>
            <ac:picMk id="11" creationId="{00000000-0000-0000-0000-000000000000}"/>
          </ac:picMkLst>
        </pc:picChg>
      </pc:sldChg>
      <pc:sldChg chg="modSp mod">
        <pc:chgData name="용 최" userId="1589a7fea772e98f" providerId="LiveId" clId="{2278AE4D-1D9B-403D-98CE-CD0A01F10ABE}" dt="2026-06-26T12:39:43.838" v="511" actId="6549"/>
        <pc:sldMkLst>
          <pc:docMk/>
          <pc:sldMk cId="0" sldId="293"/>
        </pc:sldMkLst>
        <pc:spChg chg="mod">
          <ac:chgData name="용 최" userId="1589a7fea772e98f" providerId="LiveId" clId="{2278AE4D-1D9B-403D-98CE-CD0A01F10ABE}" dt="2026-06-26T12:39:43.838" v="511" actId="6549"/>
          <ac:spMkLst>
            <pc:docMk/>
            <pc:sldMk cId="0" sldId="293"/>
            <ac:spMk id="9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2:43:31.140" v="514" actId="20577"/>
        <pc:sldMkLst>
          <pc:docMk/>
          <pc:sldMk cId="0" sldId="294"/>
        </pc:sldMkLst>
        <pc:spChg chg="mod">
          <ac:chgData name="용 최" userId="1589a7fea772e98f" providerId="LiveId" clId="{2278AE4D-1D9B-403D-98CE-CD0A01F10ABE}" dt="2026-06-26T12:43:31.140" v="514" actId="20577"/>
          <ac:spMkLst>
            <pc:docMk/>
            <pc:sldMk cId="0" sldId="294"/>
            <ac:spMk id="16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2:44:02.270" v="517" actId="14100"/>
        <pc:sldMkLst>
          <pc:docMk/>
          <pc:sldMk cId="0" sldId="295"/>
        </pc:sldMkLst>
        <pc:spChg chg="mod">
          <ac:chgData name="용 최" userId="1589a7fea772e98f" providerId="LiveId" clId="{2278AE4D-1D9B-403D-98CE-CD0A01F10ABE}" dt="2026-06-26T12:43:58.927" v="516" actId="14100"/>
          <ac:spMkLst>
            <pc:docMk/>
            <pc:sldMk cId="0" sldId="295"/>
            <ac:spMk id="9" creationId="{00000000-0000-0000-0000-000000000000}"/>
          </ac:spMkLst>
        </pc:spChg>
        <pc:picChg chg="mod">
          <ac:chgData name="용 최" userId="1589a7fea772e98f" providerId="LiveId" clId="{2278AE4D-1D9B-403D-98CE-CD0A01F10ABE}" dt="2026-06-26T12:44:02.270" v="517" actId="14100"/>
          <ac:picMkLst>
            <pc:docMk/>
            <pc:sldMk cId="0" sldId="295"/>
            <ac:picMk id="10" creationId="{00000000-0000-0000-0000-000000000000}"/>
          </ac:picMkLst>
        </pc:picChg>
      </pc:sldChg>
      <pc:sldChg chg="modSp mod">
        <pc:chgData name="용 최" userId="1589a7fea772e98f" providerId="LiveId" clId="{2278AE4D-1D9B-403D-98CE-CD0A01F10ABE}" dt="2026-06-26T14:25:54.969" v="721" actId="6549"/>
        <pc:sldMkLst>
          <pc:docMk/>
          <pc:sldMk cId="0" sldId="300"/>
        </pc:sldMkLst>
        <pc:spChg chg="mod">
          <ac:chgData name="용 최" userId="1589a7fea772e98f" providerId="LiveId" clId="{2278AE4D-1D9B-403D-98CE-CD0A01F10ABE}" dt="2026-06-26T14:25:54.969" v="721" actId="6549"/>
          <ac:spMkLst>
            <pc:docMk/>
            <pc:sldMk cId="0" sldId="300"/>
            <ac:spMk id="4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27:32.403" v="770" actId="6549"/>
        <pc:sldMkLst>
          <pc:docMk/>
          <pc:sldMk cId="0" sldId="301"/>
        </pc:sldMkLst>
        <pc:spChg chg="mod">
          <ac:chgData name="용 최" userId="1589a7fea772e98f" providerId="LiveId" clId="{2278AE4D-1D9B-403D-98CE-CD0A01F10ABE}" dt="2026-06-26T14:27:32.403" v="770" actId="6549"/>
          <ac:spMkLst>
            <pc:docMk/>
            <pc:sldMk cId="0" sldId="301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27:55.987" v="789" actId="20577"/>
        <pc:sldMkLst>
          <pc:docMk/>
          <pc:sldMk cId="0" sldId="302"/>
        </pc:sldMkLst>
        <pc:spChg chg="mod">
          <ac:chgData name="용 최" userId="1589a7fea772e98f" providerId="LiveId" clId="{2278AE4D-1D9B-403D-98CE-CD0A01F10ABE}" dt="2026-06-26T14:27:55.987" v="789" actId="20577"/>
          <ac:spMkLst>
            <pc:docMk/>
            <pc:sldMk cId="0" sldId="302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29:21.396" v="792" actId="20577"/>
        <pc:sldMkLst>
          <pc:docMk/>
          <pc:sldMk cId="0" sldId="303"/>
        </pc:sldMkLst>
        <pc:spChg chg="mod">
          <ac:chgData name="용 최" userId="1589a7fea772e98f" providerId="LiveId" clId="{2278AE4D-1D9B-403D-98CE-CD0A01F10ABE}" dt="2026-06-26T14:29:21.396" v="792" actId="20577"/>
          <ac:spMkLst>
            <pc:docMk/>
            <pc:sldMk cId="0" sldId="303"/>
            <ac:spMk id="14" creationId="{00000000-0000-0000-0000-000000000000}"/>
          </ac:spMkLst>
        </pc:spChg>
      </pc:sldChg>
      <pc:sldChg chg="del">
        <pc:chgData name="용 최" userId="1589a7fea772e98f" providerId="LiveId" clId="{2278AE4D-1D9B-403D-98CE-CD0A01F10ABE}" dt="2026-06-26T14:29:04.743" v="790" actId="47"/>
        <pc:sldMkLst>
          <pc:docMk/>
          <pc:sldMk cId="0" sldId="305"/>
        </pc:sldMkLst>
      </pc:sldChg>
      <pc:sldChg chg="modSp mod">
        <pc:chgData name="용 최" userId="1589a7fea772e98f" providerId="LiveId" clId="{2278AE4D-1D9B-403D-98CE-CD0A01F10ABE}" dt="2026-06-26T14:31:13.472" v="946" actId="20577"/>
        <pc:sldMkLst>
          <pc:docMk/>
          <pc:sldMk cId="0" sldId="306"/>
        </pc:sldMkLst>
        <pc:spChg chg="mod">
          <ac:chgData name="용 최" userId="1589a7fea772e98f" providerId="LiveId" clId="{2278AE4D-1D9B-403D-98CE-CD0A01F10ABE}" dt="2026-06-26T14:31:13.472" v="946" actId="20577"/>
          <ac:spMkLst>
            <pc:docMk/>
            <pc:sldMk cId="0" sldId="306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33:07.055" v="1013" actId="6549"/>
        <pc:sldMkLst>
          <pc:docMk/>
          <pc:sldMk cId="0" sldId="308"/>
        </pc:sldMkLst>
        <pc:spChg chg="mod">
          <ac:chgData name="용 최" userId="1589a7fea772e98f" providerId="LiveId" clId="{2278AE4D-1D9B-403D-98CE-CD0A01F10ABE}" dt="2026-06-26T14:33:07.055" v="1013" actId="6549"/>
          <ac:spMkLst>
            <pc:docMk/>
            <pc:sldMk cId="0" sldId="308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33:38.695" v="1027" actId="20577"/>
        <pc:sldMkLst>
          <pc:docMk/>
          <pc:sldMk cId="0" sldId="309"/>
        </pc:sldMkLst>
        <pc:spChg chg="mod">
          <ac:chgData name="용 최" userId="1589a7fea772e98f" providerId="LiveId" clId="{2278AE4D-1D9B-403D-98CE-CD0A01F10ABE}" dt="2026-06-26T14:33:38.695" v="1027" actId="20577"/>
          <ac:spMkLst>
            <pc:docMk/>
            <pc:sldMk cId="0" sldId="309"/>
            <ac:spMk id="6" creationId="{00000000-0000-0000-0000-000000000000}"/>
          </ac:spMkLst>
        </pc:spChg>
      </pc:sldChg>
    </pc:docChg>
  </pc:docChgLst>
  <pc:docChgLst>
    <pc:chgData name="용 최" userId="1589a7fea772e98f" providerId="LiveId" clId="{F4A86167-AC27-4299-87BB-E282C3EAA034}"/>
    <pc:docChg chg="custSel modSld">
      <pc:chgData name="용 최" userId="1589a7fea772e98f" providerId="LiveId" clId="{F4A86167-AC27-4299-87BB-E282C3EAA034}" dt="2026-06-26T07:40:17.888" v="65" actId="478"/>
      <pc:docMkLst>
        <pc:docMk/>
      </pc:docMkLst>
      <pc:sldChg chg="modSp mod">
        <pc:chgData name="용 최" userId="1589a7fea772e98f" providerId="LiveId" clId="{F4A86167-AC27-4299-87BB-E282C3EAA034}" dt="2026-06-26T03:54:51.790" v="35" actId="1036"/>
        <pc:sldMkLst>
          <pc:docMk/>
          <pc:sldMk cId="0" sldId="260"/>
        </pc:sldMkLst>
        <pc:spChg chg="mod">
          <ac:chgData name="용 최" userId="1589a7fea772e98f" providerId="LiveId" clId="{F4A86167-AC27-4299-87BB-E282C3EAA034}" dt="2026-06-26T03:54:51.790" v="35" actId="103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용 최" userId="1589a7fea772e98f" providerId="LiveId" clId="{F4A86167-AC27-4299-87BB-E282C3EAA034}" dt="2026-06-26T03:54:51.790" v="35" actId="1036"/>
          <ac:spMkLst>
            <pc:docMk/>
            <pc:sldMk cId="0" sldId="260"/>
            <ac:spMk id="12" creationId="{00000000-0000-0000-0000-000000000000}"/>
          </ac:spMkLst>
        </pc:spChg>
        <pc:picChg chg="mod">
          <ac:chgData name="용 최" userId="1589a7fea772e98f" providerId="LiveId" clId="{F4A86167-AC27-4299-87BB-E282C3EAA034}" dt="2026-06-26T03:54:51.790" v="35" actId="1036"/>
          <ac:picMkLst>
            <pc:docMk/>
            <pc:sldMk cId="0" sldId="260"/>
            <ac:picMk id="10" creationId="{00000000-0000-0000-0000-000000000000}"/>
          </ac:picMkLst>
        </pc:picChg>
      </pc:sldChg>
      <pc:sldChg chg="modSp mod">
        <pc:chgData name="용 최" userId="1589a7fea772e98f" providerId="LiveId" clId="{F4A86167-AC27-4299-87BB-E282C3EAA034}" dt="2026-06-26T07:40:01.660" v="63" actId="14100"/>
        <pc:sldMkLst>
          <pc:docMk/>
          <pc:sldMk cId="0" sldId="264"/>
        </pc:sldMkLst>
        <pc:spChg chg="mod">
          <ac:chgData name="용 최" userId="1589a7fea772e98f" providerId="LiveId" clId="{F4A86167-AC27-4299-87BB-E282C3EAA034}" dt="2026-06-26T07:40:01.660" v="63" actId="14100"/>
          <ac:spMkLst>
            <pc:docMk/>
            <pc:sldMk cId="0" sldId="264"/>
            <ac:spMk id="12" creationId="{00000000-0000-0000-0000-000000000000}"/>
          </ac:spMkLst>
        </pc:spChg>
      </pc:sldChg>
      <pc:sldChg chg="delSp mod">
        <pc:chgData name="용 최" userId="1589a7fea772e98f" providerId="LiveId" clId="{F4A86167-AC27-4299-87BB-E282C3EAA034}" dt="2026-06-26T07:40:17.888" v="65" actId="478"/>
        <pc:sldMkLst>
          <pc:docMk/>
          <pc:sldMk cId="0" sldId="289"/>
        </pc:sldMkLst>
        <pc:spChg chg="del">
          <ac:chgData name="용 최" userId="1589a7fea772e98f" providerId="LiveId" clId="{F4A86167-AC27-4299-87BB-E282C3EAA034}" dt="2026-06-26T07:40:17.888" v="65" actId="478"/>
          <ac:spMkLst>
            <pc:docMk/>
            <pc:sldMk cId="0" sldId="289"/>
            <ac:spMk id="2" creationId="{00000000-0000-0000-0000-000000000000}"/>
          </ac:spMkLst>
        </pc:spChg>
        <pc:spChg chg="del">
          <ac:chgData name="용 최" userId="1589a7fea772e98f" providerId="LiveId" clId="{F4A86167-AC27-4299-87BB-E282C3EAA034}" dt="2026-06-26T07:40:15.462" v="64" actId="478"/>
          <ac:spMkLst>
            <pc:docMk/>
            <pc:sldMk cId="0" sldId="289"/>
            <ac:spMk id="3" creationId="{00000000-0000-0000-0000-000000000000}"/>
          </ac:spMkLst>
        </pc:spChg>
      </pc:sldChg>
    </pc:docChg>
  </pc:docChgLst>
  <pc:docChgLst>
    <pc:chgData name="용 최" userId="1589a7fea772e98f" providerId="LiveId" clId="{465AE703-AA2D-495B-8FBD-D8E5CDCF7249}"/>
    <pc:docChg chg="custSel modSld">
      <pc:chgData name="용 최" userId="1589a7fea772e98f" providerId="LiveId" clId="{465AE703-AA2D-495B-8FBD-D8E5CDCF7249}" dt="2026-06-24T04:53:47.235" v="22" actId="20577"/>
      <pc:docMkLst>
        <pc:docMk/>
      </pc:docMkLst>
      <pc:sldChg chg="modSp mod">
        <pc:chgData name="용 최" userId="1589a7fea772e98f" providerId="LiveId" clId="{465AE703-AA2D-495B-8FBD-D8E5CDCF7249}" dt="2026-06-24T04:51:03.010" v="1" actId="20577"/>
        <pc:sldMkLst>
          <pc:docMk/>
          <pc:sldMk cId="0" sldId="259"/>
        </pc:sldMkLst>
        <pc:spChg chg="mod">
          <ac:chgData name="용 최" userId="1589a7fea772e98f" providerId="LiveId" clId="{465AE703-AA2D-495B-8FBD-D8E5CDCF7249}" dt="2026-06-24T04:51:03.010" v="1" actId="20577"/>
          <ac:spMkLst>
            <pc:docMk/>
            <pc:sldMk cId="0" sldId="259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1:08.208" v="3" actId="20577"/>
        <pc:sldMkLst>
          <pc:docMk/>
          <pc:sldMk cId="0" sldId="260"/>
        </pc:sldMkLst>
        <pc:spChg chg="mod">
          <ac:chgData name="용 최" userId="1589a7fea772e98f" providerId="LiveId" clId="{465AE703-AA2D-495B-8FBD-D8E5CDCF7249}" dt="2026-06-24T04:51:08.208" v="3" actId="20577"/>
          <ac:spMkLst>
            <pc:docMk/>
            <pc:sldMk cId="0" sldId="260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1:13.024" v="5" actId="20577"/>
        <pc:sldMkLst>
          <pc:docMk/>
          <pc:sldMk cId="0" sldId="261"/>
        </pc:sldMkLst>
        <pc:spChg chg="mod">
          <ac:chgData name="용 최" userId="1589a7fea772e98f" providerId="LiveId" clId="{465AE703-AA2D-495B-8FBD-D8E5CDCF7249}" dt="2026-06-24T04:51:13.024" v="5" actId="20577"/>
          <ac:spMkLst>
            <pc:docMk/>
            <pc:sldMk cId="0" sldId="261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1:17.604" v="7" actId="20577"/>
        <pc:sldMkLst>
          <pc:docMk/>
          <pc:sldMk cId="0" sldId="262"/>
        </pc:sldMkLst>
        <pc:spChg chg="mod">
          <ac:chgData name="용 최" userId="1589a7fea772e98f" providerId="LiveId" clId="{465AE703-AA2D-495B-8FBD-D8E5CDCF7249}" dt="2026-06-24T04:51:17.604" v="7" actId="20577"/>
          <ac:spMkLst>
            <pc:docMk/>
            <pc:sldMk cId="0" sldId="262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3:27.431" v="13" actId="313"/>
        <pc:sldMkLst>
          <pc:docMk/>
          <pc:sldMk cId="0" sldId="263"/>
        </pc:sldMkLst>
        <pc:spChg chg="mod">
          <ac:chgData name="용 최" userId="1589a7fea772e98f" providerId="LiveId" clId="{465AE703-AA2D-495B-8FBD-D8E5CDCF7249}" dt="2026-06-24T04:53:27.431" v="13" actId="313"/>
          <ac:spMkLst>
            <pc:docMk/>
            <pc:sldMk cId="0" sldId="263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3:32.849" v="15" actId="20577"/>
        <pc:sldMkLst>
          <pc:docMk/>
          <pc:sldMk cId="0" sldId="264"/>
        </pc:sldMkLst>
        <pc:spChg chg="mod">
          <ac:chgData name="용 최" userId="1589a7fea772e98f" providerId="LiveId" clId="{465AE703-AA2D-495B-8FBD-D8E5CDCF7249}" dt="2026-06-24T04:53:32.849" v="15" actId="20577"/>
          <ac:spMkLst>
            <pc:docMk/>
            <pc:sldMk cId="0" sldId="264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3:38.270" v="18" actId="313"/>
        <pc:sldMkLst>
          <pc:docMk/>
          <pc:sldMk cId="0" sldId="265"/>
        </pc:sldMkLst>
        <pc:spChg chg="mod">
          <ac:chgData name="용 최" userId="1589a7fea772e98f" providerId="LiveId" clId="{465AE703-AA2D-495B-8FBD-D8E5CDCF7249}" dt="2026-06-24T04:53:38.270" v="18" actId="313"/>
          <ac:spMkLst>
            <pc:docMk/>
            <pc:sldMk cId="0" sldId="265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3:42.257" v="20" actId="20577"/>
        <pc:sldMkLst>
          <pc:docMk/>
          <pc:sldMk cId="0" sldId="266"/>
        </pc:sldMkLst>
        <pc:spChg chg="mod">
          <ac:chgData name="용 최" userId="1589a7fea772e98f" providerId="LiveId" clId="{465AE703-AA2D-495B-8FBD-D8E5CDCF7249}" dt="2026-06-24T04:53:42.257" v="20" actId="20577"/>
          <ac:spMkLst>
            <pc:docMk/>
            <pc:sldMk cId="0" sldId="266"/>
            <ac:spMk id="12" creationId="{00000000-0000-0000-0000-000000000000}"/>
          </ac:spMkLst>
        </pc:spChg>
      </pc:sldChg>
      <pc:sldChg chg="setBg">
        <pc:chgData name="용 최" userId="1589a7fea772e98f" providerId="LiveId" clId="{465AE703-AA2D-495B-8FBD-D8E5CDCF7249}" dt="2026-06-24T04:52:02.031" v="9"/>
        <pc:sldMkLst>
          <pc:docMk/>
          <pc:sldMk cId="0" sldId="268"/>
        </pc:sldMkLst>
      </pc:sldChg>
      <pc:sldChg chg="modSp mod setBg">
        <pc:chgData name="용 최" userId="1589a7fea772e98f" providerId="LiveId" clId="{465AE703-AA2D-495B-8FBD-D8E5CDCF7249}" dt="2026-06-24T04:52:08.190" v="10"/>
        <pc:sldMkLst>
          <pc:docMk/>
          <pc:sldMk cId="0" sldId="269"/>
        </pc:sldMkLst>
        <pc:spChg chg="mod">
          <ac:chgData name="용 최" userId="1589a7fea772e98f" providerId="LiveId" clId="{465AE703-AA2D-495B-8FBD-D8E5CDCF7249}" dt="2026-06-24T04:51:53.946" v="8" actId="207"/>
          <ac:spMkLst>
            <pc:docMk/>
            <pc:sldMk cId="0" sldId="269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3922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 필드로 클릭 유도 문구 띄우기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검색결과에 클릭 유도 문구를 띄워 클릭률(CTR)을 끌어올린다.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66928" y="3474720"/>
            <a:ext cx="10972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 필드란 &amp; 신청 방법 — 검색결과 내 상품에 이벤트 문구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</a:t>
            </a:r>
            <a:endParaRPr lang="en-US" sz="1450" dirty="0">
              <a:solidFill>
                <a:srgbClr val="C9CBD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 유도 문구 작성 — 예) "왜 이 가격에 이 퀄리티? · 상세페이지에서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확인하세요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!!“</a:t>
            </a: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문구가 내 상품과 함께 노출되도록 설정하는 법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24800" y="-1463040"/>
            <a:ext cx="6705600" cy="6705600"/>
          </a:xfrm>
          <a:prstGeom prst="ellipse">
            <a:avLst/>
          </a:prstGeom>
          <a:solidFill>
            <a:srgbClr val="E8B84B">
              <a:alpha val="15000"/>
            </a:srgbClr>
          </a:solidFill>
          <a:ln w="12700">
            <a:solidFill>
              <a:srgbClr val="E8B8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828800" y="3901440"/>
            <a:ext cx="4876800" cy="4876800"/>
          </a:xfrm>
          <a:prstGeom prst="ellipse">
            <a:avLst/>
          </a:prstGeom>
          <a:solidFill>
            <a:srgbClr val="7B2D3E">
              <a:alpha val="20000"/>
            </a:srgbClr>
          </a:solidFill>
          <a:ln w="12700">
            <a:solidFill>
              <a:srgbClr val="7B2D3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31520" y="121920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이벤트필드(EP)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097024"/>
            <a:ext cx="10728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완전정복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3194304"/>
            <a:ext cx="6705600" cy="60960"/>
          </a:xfrm>
          <a:prstGeom prst="rect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3389376"/>
            <a:ext cx="1072896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상품이 노출됐을 때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클릭을 만들어내는 숨겨진 한 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6217920"/>
            <a:ext cx="1097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실전반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A33C4E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87680" y="73152"/>
            <a:ext cx="11216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EP(이벤트필드)란? — 가격비교에서 내 상품을 돋보이게 하는 한 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522720"/>
            <a:ext cx="12192000" cy="335280"/>
          </a:xfrm>
          <a:prstGeom prst="rect">
            <a:avLst/>
          </a:prstGeom>
          <a:solidFill>
            <a:srgbClr val="232634"/>
          </a:solidFill>
          <a:ln w="12700">
            <a:solidFill>
              <a:srgbClr val="2C3F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65760" y="6522720"/>
            <a:ext cx="1146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실전반  |  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680" y="103632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가격비교에서 검색하면...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645920"/>
            <a:ext cx="3657600" cy="16581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06880" y="3364992"/>
            <a:ext cx="12192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AE8F0"/>
                </a:solidFill>
              </a:rPr>
              <a:t>↓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3779520"/>
            <a:ext cx="6705600" cy="227990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559040" y="999744"/>
            <a:ext cx="4267200" cy="1280160"/>
          </a:xfrm>
          <a:prstGeom prst="roundRect">
            <a:avLst>
              <a:gd name="adj" fmla="val 9524"/>
            </a:avLst>
          </a:prstGeom>
          <a:solidFill>
            <a:srgbClr val="1E2130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7741920" y="1097280"/>
            <a:ext cx="3901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 이게 바로 EP!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741920" y="1511808"/>
            <a:ext cx="3901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"알림받기 고객 2% 중복 할인쿠폰"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판매자가 직접 입력한 이벤트 문구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559040" y="2499360"/>
            <a:ext cx="4267200" cy="1097280"/>
          </a:xfrm>
          <a:prstGeom prst="roundRect">
            <a:avLst>
              <a:gd name="adj" fmla="val 11111"/>
            </a:avLst>
          </a:prstGeom>
          <a:solidFill>
            <a:srgbClr val="1E2130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7705344" y="2621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👀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8314944" y="2584704"/>
            <a:ext cx="3352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 상품과 차별화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눈에 띄는 시각적 요소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559040" y="3779520"/>
            <a:ext cx="4267200" cy="1097280"/>
          </a:xfrm>
          <a:prstGeom prst="roundRect">
            <a:avLst>
              <a:gd name="adj" fmla="val 11111"/>
            </a:avLst>
          </a:prstGeom>
          <a:solidFill>
            <a:srgbClr val="1E2130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7705344" y="3901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🖱️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314944" y="3864864"/>
            <a:ext cx="3352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상품을 관리하는 느낌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클릭률 상승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7559040" y="5059680"/>
            <a:ext cx="4267200" cy="1097280"/>
          </a:xfrm>
          <a:prstGeom prst="roundRect">
            <a:avLst>
              <a:gd name="adj" fmla="val 11111"/>
            </a:avLst>
          </a:prstGeom>
          <a:solidFill>
            <a:srgbClr val="1E2130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7705344" y="518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8314944" y="5145024"/>
            <a:ext cx="3352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할인·리뷰·이벤트 정보를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전달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A33C4E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87680" y="73152"/>
            <a:ext cx="11216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문제: 입력해도 왜 노출이 안 될까?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522720"/>
            <a:ext cx="12192000" cy="335280"/>
          </a:xfrm>
          <a:prstGeom prst="rect">
            <a:avLst/>
          </a:prstGeom>
          <a:solidFill>
            <a:srgbClr val="232634"/>
          </a:solidFill>
          <a:ln w="12700">
            <a:solidFill>
              <a:srgbClr val="2C3F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65760" y="6522720"/>
            <a:ext cx="1146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실전반  |  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680" y="999744"/>
            <a:ext cx="6705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 상품 수정에서 입력 위치 찾기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524000"/>
            <a:ext cx="3048000" cy="8900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718560" y="1682496"/>
            <a:ext cx="316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상품 수정 화면 아래쪽 버튼 클릭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7680" y="2621280"/>
            <a:ext cx="6705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 이벤트 문구 입력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3169920"/>
            <a:ext cx="6705600" cy="719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7680" y="3974592"/>
            <a:ext cx="6705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제일 아래 '이벤트' 란에 문구 입력 후 저장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437120" y="999744"/>
            <a:ext cx="4450080" cy="3169920"/>
          </a:xfrm>
          <a:prstGeom prst="roundRect">
            <a:avLst>
              <a:gd name="adj" fmla="val 4615"/>
            </a:avLst>
          </a:prstGeom>
          <a:solidFill>
            <a:srgbClr val="1E2130"/>
          </a:solidFill>
          <a:ln w="12700">
            <a:solidFill>
              <a:srgbClr val="F5A3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7437120" y="1158240"/>
            <a:ext cx="44500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⚠️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7559040" y="2048256"/>
            <a:ext cx="42062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셀러가 모르는 함정!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559040" y="2560320"/>
            <a:ext cx="420624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문구를 입력하고 저장해도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EP가 가격비교에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자동으로 노출되지 않습니다!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87680" y="4511040"/>
            <a:ext cx="11216640" cy="1828800"/>
          </a:xfrm>
          <a:prstGeom prst="roundRect">
            <a:avLst>
              <a:gd name="adj" fmla="val 6667"/>
            </a:avLst>
          </a:prstGeom>
          <a:solidFill>
            <a:srgbClr val="1E2130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792480" y="4632960"/>
            <a:ext cx="106070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해결 방법이 있다!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92480" y="5120640"/>
            <a:ext cx="1060704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쇼핑파트너센터에서 별도로 'EP 노출 신청'을 해야 가격비교에 이벤트 문구가 표시됩니다.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아는 셀러만 쓰는 클릭률 향상 꿀팁 → 다음 슬라이드에서 바로 알아봅시다!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A33C4E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87680" y="73152"/>
            <a:ext cx="11216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STEP 1~2: 쇼핑파트너센터 &gt; 상품관리 진입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522720"/>
            <a:ext cx="12192000" cy="335280"/>
          </a:xfrm>
          <a:prstGeom prst="rect">
            <a:avLst/>
          </a:prstGeom>
          <a:solidFill>
            <a:srgbClr val="232634"/>
          </a:solidFill>
          <a:ln w="12700">
            <a:solidFill>
              <a:srgbClr val="2C3F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65760" y="6522720"/>
            <a:ext cx="1146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실전반  |  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680" y="999744"/>
            <a:ext cx="11216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 판매자센터 상단 메뉴에서 쇼핑파트너센터 클릭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524000"/>
            <a:ext cx="11216640" cy="11338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30240" y="2731008"/>
            <a:ext cx="731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A9A2"/>
                </a:solidFill>
              </a:rPr>
              <a:t>▼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87680" y="3230880"/>
            <a:ext cx="11216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 쇼핑파트너센터 상단 탭에서 상품관리 클릭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3755136"/>
            <a:ext cx="11216640" cy="119481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87680" y="5145024"/>
            <a:ext cx="11216640" cy="1072896"/>
          </a:xfrm>
          <a:prstGeom prst="roundRect">
            <a:avLst>
              <a:gd name="adj" fmla="val 11364"/>
            </a:avLst>
          </a:prstGeom>
          <a:solidFill>
            <a:srgbClr val="1E2130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792480" y="524256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스마트스토어센터와 쇼핑파트너센터는 다릅니다!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메뉴에서 반드시 '쇼핑파트너센터'로 이동 후 상품관리 탭을 클릭하세요.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A33C4E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87680" y="73152"/>
            <a:ext cx="11216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STEP 3: EP노출상태 '요청' 버튼 클릭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522720"/>
            <a:ext cx="12192000" cy="335280"/>
          </a:xfrm>
          <a:prstGeom prst="rect">
            <a:avLst/>
          </a:prstGeom>
          <a:solidFill>
            <a:srgbClr val="232634"/>
          </a:solidFill>
          <a:ln w="12700">
            <a:solidFill>
              <a:srgbClr val="2C3F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65760" y="6522720"/>
            <a:ext cx="1146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실전반  |  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680" y="999744"/>
            <a:ext cx="1121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상품관리 클릭 후 → 상품정보 수신현황 화면에서 오른쪽 끝 '요청' 버튼 클릭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645920"/>
            <a:ext cx="11216640" cy="23286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7680" y="4206240"/>
            <a:ext cx="11216640" cy="2072640"/>
          </a:xfrm>
          <a:prstGeom prst="roundRect">
            <a:avLst>
              <a:gd name="adj" fmla="val 5882"/>
            </a:avLst>
          </a:prstGeom>
          <a:solidFill>
            <a:srgbClr val="1E2130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92480" y="4328160"/>
            <a:ext cx="106070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👉  여기서 체크!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2480" y="4840224"/>
            <a:ext cx="1060704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EP노출상태 항목 오른쪽 끝에 있는  </a:t>
            </a:r>
            <a:r>
              <a:rPr lang="en-US" sz="13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'요청'</a:t>
            </a:r>
            <a:r>
              <a:rPr lang="en-US" sz="13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버튼을 클릭합니다.
버튼 클릭 시 EP 등록 팝업창이 뜹니다 → 다음 슬라이드에서 작성 방법을 확인하세요!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A33C4E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87680" y="73152"/>
            <a:ext cx="11216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STEP 4: 요청사유 작성 후 '등록요청' 클릭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522720"/>
            <a:ext cx="12192000" cy="335280"/>
          </a:xfrm>
          <a:prstGeom prst="rect">
            <a:avLst/>
          </a:prstGeom>
          <a:solidFill>
            <a:srgbClr val="232634"/>
          </a:solidFill>
          <a:ln w="12700">
            <a:solidFill>
              <a:srgbClr val="2C3F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65760" y="6522720"/>
            <a:ext cx="1146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실전반  |  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680" y="999744"/>
            <a:ext cx="1121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팝업창에서 요청사유 간단히 입력 후 '등록요청' 클릭 → 1~2일 내 자동 승인!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682496"/>
            <a:ext cx="7559040" cy="40721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351520" y="1682496"/>
            <a:ext cx="3413760" cy="4072128"/>
          </a:xfrm>
          <a:prstGeom prst="roundRect">
            <a:avLst>
              <a:gd name="adj" fmla="val 3571"/>
            </a:avLst>
          </a:prstGeom>
          <a:solidFill>
            <a:srgbClr val="1E2130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8510016" y="1828800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  작성 가이드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510016" y="2462784"/>
            <a:ext cx="3048000" cy="999744"/>
          </a:xfrm>
          <a:prstGeom prst="roundRect">
            <a:avLst>
              <a:gd name="adj" fmla="val 9756"/>
            </a:avLst>
          </a:prstGeom>
          <a:solidFill>
            <a:srgbClr val="1E2130"/>
          </a:solidFill>
          <a:ln w="12700">
            <a:solidFill>
              <a:srgbClr val="E0E8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8631936" y="2535936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EP노출상태 설정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31936" y="2926080"/>
            <a:ext cx="28041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'노출중' 선택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510016" y="3584448"/>
            <a:ext cx="3048000" cy="999744"/>
          </a:xfrm>
          <a:prstGeom prst="roundRect">
            <a:avLst>
              <a:gd name="adj" fmla="val 9756"/>
            </a:avLst>
          </a:prstGeom>
          <a:solidFill>
            <a:srgbClr val="1E2130"/>
          </a:solidFill>
          <a:ln w="12700">
            <a:solidFill>
              <a:srgbClr val="E0E8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631936" y="365760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요청사유 입력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31936" y="4047744"/>
            <a:ext cx="28041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"리뷰이벤트 진행을 위해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EP노출 신청합니다"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510016" y="4706112"/>
            <a:ext cx="3048000" cy="999744"/>
          </a:xfrm>
          <a:prstGeom prst="roundRect">
            <a:avLst>
              <a:gd name="adj" fmla="val 9756"/>
            </a:avLst>
          </a:prstGeom>
          <a:solidFill>
            <a:srgbClr val="1E2130"/>
          </a:solidFill>
          <a:ln w="12700">
            <a:solidFill>
              <a:srgbClr val="E0E8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8631936" y="4779264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등록요청 클릭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31936" y="5169408"/>
            <a:ext cx="28041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 클릭 후 완료!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351520" y="5949696"/>
            <a:ext cx="3413760" cy="755904"/>
          </a:xfrm>
          <a:prstGeom prst="roundRect">
            <a:avLst>
              <a:gd name="adj" fmla="val 12903"/>
            </a:avLst>
          </a:prstGeom>
          <a:solidFill>
            <a:srgbClr val="232634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8351520" y="5949696"/>
            <a:ext cx="341376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  승인까지 약 1~2일!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A33C4E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87680" y="73152"/>
            <a:ext cx="11216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 문구, AI와 함께 만들어보자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522720"/>
            <a:ext cx="12192000" cy="335280"/>
          </a:xfrm>
          <a:prstGeom prst="rect">
            <a:avLst/>
          </a:prstGeom>
          <a:solidFill>
            <a:srgbClr val="232634"/>
          </a:solidFill>
          <a:ln w="12700">
            <a:solidFill>
              <a:srgbClr val="2C3F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65760" y="6522720"/>
            <a:ext cx="1146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실전반  |  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680" y="1036320"/>
            <a:ext cx="6096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 문구 작성 3단계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7680" y="1645920"/>
            <a:ext cx="6339840" cy="1280160"/>
          </a:xfrm>
          <a:prstGeom prst="roundRect">
            <a:avLst>
              <a:gd name="adj" fmla="val 9524"/>
            </a:avLst>
          </a:prstGeom>
          <a:solidFill>
            <a:srgbClr val="1E2130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70560" y="1950720"/>
            <a:ext cx="585216" cy="585216"/>
          </a:xfrm>
          <a:prstGeom prst="ellipse">
            <a:avLst/>
          </a:prstGeom>
          <a:solidFill>
            <a:srgbClr val="A33C4E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70560" y="1950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02080" y="1743456"/>
            <a:ext cx="5242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  AI에게 요청하기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02080" y="2218944"/>
            <a:ext cx="5242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ChatGPT, Claude 등 AI 챗봇에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상품 정보와 이벤트 내용 전달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7680" y="3108960"/>
            <a:ext cx="6339840" cy="1280160"/>
          </a:xfrm>
          <a:prstGeom prst="roundRect">
            <a:avLst>
              <a:gd name="adj" fmla="val 9524"/>
            </a:avLst>
          </a:prstGeom>
          <a:solidFill>
            <a:srgbClr val="1E2130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70560" y="3413760"/>
            <a:ext cx="585216" cy="585216"/>
          </a:xfrm>
          <a:prstGeom prst="ellipse">
            <a:avLst/>
          </a:prstGeom>
          <a:solidFill>
            <a:srgbClr val="A33C4E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70560" y="3413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02080" y="3206496"/>
            <a:ext cx="5242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 핵심 정보 알려주기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02080" y="3681984"/>
            <a:ext cx="5242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 + 진행 중인 이벤트 +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타겟 고객층을 함께 입력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7680" y="4572000"/>
            <a:ext cx="6339840" cy="1280160"/>
          </a:xfrm>
          <a:prstGeom prst="roundRect">
            <a:avLst>
              <a:gd name="adj" fmla="val 9524"/>
            </a:avLst>
          </a:prstGeom>
          <a:solidFill>
            <a:srgbClr val="1E2130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70560" y="4876800"/>
            <a:ext cx="585216" cy="585216"/>
          </a:xfrm>
          <a:prstGeom prst="ellipse">
            <a:avLst/>
          </a:prstGeom>
          <a:solidFill>
            <a:srgbClr val="A33C4E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70560" y="4876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02080" y="4669536"/>
            <a:ext cx="5242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✏️  문구 다듬어 적용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02080" y="5145024"/>
            <a:ext cx="5242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생성 문구를 내 언어로 수정 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 란에 붙여넣기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32320" y="999744"/>
            <a:ext cx="4632960" cy="512064"/>
          </a:xfrm>
          <a:prstGeom prst="roundRect">
            <a:avLst>
              <a:gd name="adj" fmla="val 14286"/>
            </a:avLst>
          </a:prstGeom>
          <a:solidFill>
            <a:srgbClr val="232634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132320" y="999744"/>
            <a:ext cx="463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 AI 프롬프트 예시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32320" y="1609344"/>
            <a:ext cx="4632960" cy="3230880"/>
          </a:xfrm>
          <a:prstGeom prst="roundRect">
            <a:avLst>
              <a:gd name="adj" fmla="val 3774"/>
            </a:avLst>
          </a:prstGeom>
          <a:solidFill>
            <a:srgbClr val="1E2130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376160" y="1804416"/>
            <a:ext cx="416966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네이버 스마트스토어에서
</a:t>
            </a: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[상품명]</a:t>
            </a:r>
            <a:r>
              <a:rPr lang="en-US" sz="12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판매 중이야.
현재 진행 이벤트:
</a:t>
            </a: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[이벤트 내용]
</a:t>
            </a:r>
            <a:r>
              <a:rPr lang="en-US" sz="12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가격비교 검색 결과에 함께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노출되는 EP 문구를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30자 이내로 5가지 만들어줘.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32320" y="4998720"/>
            <a:ext cx="4632960" cy="1341120"/>
          </a:xfrm>
          <a:prstGeom prst="roundRect">
            <a:avLst>
              <a:gd name="adj" fmla="val 9091"/>
            </a:avLst>
          </a:prstGeom>
          <a:solidFill>
            <a:srgbClr val="1E2130"/>
          </a:solidFill>
          <a:ln w="12700">
            <a:solidFill>
              <a:srgbClr val="F5A3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376160" y="5084064"/>
            <a:ext cx="4169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 EP 문구 예시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76160" y="5474208"/>
            <a:ext cx="416966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"알림받기 고객 5% 추가 할인 중"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"리뷰 작성 시 500포인트 즉시 지급"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"오늘만! 구매 시 사은품 증정"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400" y="-975360"/>
            <a:ext cx="5486400" cy="5486400"/>
          </a:xfrm>
          <a:prstGeom prst="ellipse">
            <a:avLst/>
          </a:prstGeom>
          <a:solidFill>
            <a:srgbClr val="7B2D3E">
              <a:alpha val="18000"/>
            </a:srgbClr>
          </a:solidFill>
          <a:ln w="12700">
            <a:solidFill>
              <a:srgbClr val="7B2D3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72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핵심 정리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121664"/>
            <a:ext cx="1072896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 노출, 이렇게 하면 된다!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316480"/>
            <a:ext cx="585216" cy="585216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23164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87424" y="2218944"/>
            <a:ext cx="101193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가격비교 노출 시 함께 뜨는 이벤트 문구 = EP(이벤트필드)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316224"/>
            <a:ext cx="585216" cy="585216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33162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87424" y="3218688"/>
            <a:ext cx="101193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수정에서 입력만으론 노출 안 됨 → 쇼핑파트너센터에서 별도 신청 필요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315968"/>
            <a:ext cx="585216" cy="585216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43159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87424" y="4218432"/>
            <a:ext cx="101193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쇼핑파트너센터 &gt; 상품관리 &gt; EP노출상태 &gt; 요청 → 1~2일 내 승인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5315712"/>
            <a:ext cx="585216" cy="585216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31520" y="53157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87424" y="5218176"/>
            <a:ext cx="101193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 문구는 AI(ChatGPT, Claude)와 협력해서 내 상품에 맞게 직접 작성!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6339840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실전반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CB4405C-350D-4845-B905-C47189C122D4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2792549-02a5-401e-9003-4d89c971453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3123</Words>
  <Application>Microsoft Office PowerPoint</Application>
  <PresentationFormat>와이드스크린</PresentationFormat>
  <Paragraphs>623</Paragraphs>
  <Slides>50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4" baseType="lpstr">
      <vt:lpstr>맑은 고딕</vt:lpstr>
      <vt:lpstr>맞은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용 최</cp:lastModifiedBy>
  <cp:revision>1</cp:revision>
  <dcterms:created xsi:type="dcterms:W3CDTF">2026-06-24T04:42:06Z</dcterms:created>
  <dcterms:modified xsi:type="dcterms:W3CDTF">2026-06-26T14:33:42Z</dcterms:modified>
</cp:coreProperties>
</file>