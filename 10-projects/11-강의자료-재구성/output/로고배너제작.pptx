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용 최" userId="1589a7fea772e98f" providerId="LiveId" clId="{F4A86167-AC27-4299-87BB-E282C3EAA034}"/>
    <pc:docChg chg="modSld">
      <pc:chgData name="용 최" userId="1589a7fea772e98f" providerId="LiveId" clId="{F4A86167-AC27-4299-87BB-E282C3EAA034}" dt="2026-07-11T03:22:49.587" v="3" actId="1076"/>
      <pc:docMkLst>
        <pc:docMk/>
      </pc:docMkLst>
      <pc:sldChg chg="modSp mod">
        <pc:chgData name="용 최" userId="1589a7fea772e98f" providerId="LiveId" clId="{F4A86167-AC27-4299-87BB-E282C3EAA034}" dt="2026-07-11T01:46:22.900" v="1" actId="14100"/>
        <pc:sldMkLst>
          <pc:docMk/>
          <pc:sldMk cId="0" sldId="270"/>
        </pc:sldMkLst>
        <pc:picChg chg="mod">
          <ac:chgData name="용 최" userId="1589a7fea772e98f" providerId="LiveId" clId="{F4A86167-AC27-4299-87BB-E282C3EAA034}" dt="2026-07-11T01:46:22.900" v="1" actId="14100"/>
          <ac:picMkLst>
            <pc:docMk/>
            <pc:sldMk cId="0" sldId="270"/>
            <ac:picMk id="21" creationId="{47784F90-37DC-4AEE-67CD-A7E55302F332}"/>
          </ac:picMkLst>
        </pc:picChg>
      </pc:sldChg>
      <pc:sldChg chg="addSp modSp mod">
        <pc:chgData name="용 최" userId="1589a7fea772e98f" providerId="LiveId" clId="{F4A86167-AC27-4299-87BB-E282C3EAA034}" dt="2026-07-11T03:22:49.587" v="3" actId="1076"/>
        <pc:sldMkLst>
          <pc:docMk/>
          <pc:sldMk cId="0" sldId="304"/>
        </pc:sldMkLst>
        <pc:picChg chg="add mod">
          <ac:chgData name="용 최" userId="1589a7fea772e98f" providerId="LiveId" clId="{F4A86167-AC27-4299-87BB-E282C3EAA034}" dt="2026-07-11T03:22:49.587" v="3" actId="1076"/>
          <ac:picMkLst>
            <pc:docMk/>
            <pc:sldMk cId="0" sldId="304"/>
            <ac:picMk id="22" creationId="{FF393858-FD7D-A2B5-9CB2-0DA4160446F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22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61C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692640" y="-548640"/>
            <a:ext cx="3108960" cy="3108960"/>
          </a:xfrm>
          <a:prstGeom prst="ellipse">
            <a:avLst/>
          </a:prstGeom>
          <a:solidFill>
            <a:srgbClr val="6D2E4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4B5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실전반 1기 · WEEK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 &amp; 배너</a:t>
            </a:r>
            <a:endParaRPr lang="en-US" sz="4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등록 가이드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프롬프트로 만들고, 내 손으로 직접 스마트스토어에 올리기까지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212080"/>
            <a:ext cx="1545336" cy="457200"/>
          </a:xfrm>
          <a:prstGeom prst="roundRect">
            <a:avLst>
              <a:gd name="adj" fmla="val 16000"/>
            </a:avLst>
          </a:prstGeom>
          <a:solidFill>
            <a:srgbClr val="161C4A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521208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4B5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작성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95728" y="5212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96896" y="5212080"/>
            <a:ext cx="1856232" cy="457200"/>
          </a:xfrm>
          <a:prstGeom prst="roundRect">
            <a:avLst>
              <a:gd name="adj" fmla="val 16000"/>
            </a:avLst>
          </a:prstGeom>
          <a:solidFill>
            <a:srgbClr val="161C4A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596896" y="521208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4B5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이미지 생성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5212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81728" y="5212080"/>
            <a:ext cx="1545336" cy="457200"/>
          </a:xfrm>
          <a:prstGeom prst="roundRect">
            <a:avLst>
              <a:gd name="adj" fmla="val 16000"/>
            </a:avLst>
          </a:prstGeom>
          <a:solidFill>
            <a:srgbClr val="161C4A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81728" y="521208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4B5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맞추기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54496" y="5212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55664" y="5212080"/>
            <a:ext cx="1389888" cy="457200"/>
          </a:xfrm>
          <a:prstGeom prst="roundRect">
            <a:avLst>
              <a:gd name="adj" fmla="val 16000"/>
            </a:avLst>
          </a:prstGeom>
          <a:solidFill>
            <a:srgbClr val="161C4A"/>
          </a:solidFill>
          <a:ln w="127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55664" y="521208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4B5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스토어 등록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6263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7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용감한 용팀장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TODAY'S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오늘, 이 순서 그대로만 따라오면 됩니다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32888" cy="3291840"/>
          </a:xfrm>
          <a:prstGeom prst="roundRect">
            <a:avLst>
              <a:gd name="adj" fmla="val 3610"/>
            </a:avLst>
          </a:prstGeom>
          <a:solidFill>
            <a:srgbClr val="F7F4F1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207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3154680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작성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794760"/>
            <a:ext cx="207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마켓명만 바꿔서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복사·붙여넣기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099816" y="338328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01568" y="2103120"/>
            <a:ext cx="2532888" cy="3291840"/>
          </a:xfrm>
          <a:prstGeom prst="roundRect">
            <a:avLst>
              <a:gd name="adj" fmla="val 3610"/>
            </a:avLst>
          </a:prstGeom>
          <a:solidFill>
            <a:srgbClr val="F7F4F1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630168" y="2331720"/>
            <a:ext cx="207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30168" y="3154680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이미지 생성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30168" y="3794760"/>
            <a:ext cx="207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 / 제미나이에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입력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52744" y="338328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54496" y="2103120"/>
            <a:ext cx="2532888" cy="3291840"/>
          </a:xfrm>
          <a:prstGeom prst="roundRect">
            <a:avLst>
              <a:gd name="adj" fmla="val 3610"/>
            </a:avLst>
          </a:prstGeom>
          <a:solidFill>
            <a:srgbClr val="F7F4F1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83096" y="2331720"/>
            <a:ext cx="207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83096" y="3154680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맞추기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83096" y="3794760"/>
            <a:ext cx="207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iloveimg.com에서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픽셀로 조정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805672" y="338328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07424" y="2103120"/>
            <a:ext cx="2532888" cy="3291840"/>
          </a:xfrm>
          <a:prstGeom prst="roundRect">
            <a:avLst>
              <a:gd name="adj" fmla="val 3610"/>
            </a:avLst>
          </a:prstGeom>
          <a:solidFill>
            <a:srgbClr val="F7F4F1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336024" y="2331720"/>
            <a:ext cx="207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336024" y="3154680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스토어 등록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336024" y="3794760"/>
            <a:ext cx="207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스마트스토어센터에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후 저장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①로고  ②자유배너(모바일·PC) 두 가지를 실제로 등록까지 완료합니다.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용감한 용팀장 실전반 · Week 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 프롬프트 — 마켓명만 바꿔서 사용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[마켓명] 두 군데만 내 스토어 이름으로 바꾸고, </a:t>
            </a:r>
            <a:r>
              <a:rPr lang="en-US" sz="1350" dirty="0" err="1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</a:t>
            </a:r>
            <a:r>
              <a:rPr lang="en-US" sz="13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GPT에</a:t>
            </a:r>
            <a:r>
              <a:rPr lang="en-US" sz="13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붙여넣으세요</a:t>
            </a:r>
            <a:r>
              <a:rPr lang="en-US" sz="13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.(</a:t>
            </a:r>
            <a:r>
              <a:rPr lang="ko-KR" altLang="en-US" sz="13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스타일대로 수정하셔도 좋습니다</a:t>
            </a:r>
            <a:r>
              <a:rPr lang="en-US" altLang="ko-KR" sz="13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0561320" cy="4434840"/>
          </a:xfrm>
          <a:prstGeom prst="roundRect">
            <a:avLst>
              <a:gd name="adj" fmla="val 1649"/>
            </a:avLst>
          </a:prstGeom>
          <a:solidFill>
            <a:srgbClr val="161C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9966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need a clean, premium logo design for a Korean online shopping mall (Naver Smart Store).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 name: [마켓명]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sell: 다양한 카테고리를 다루는 온라인 종합몰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Tone/slogan idea: 안심하고 맡기세요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Please design it like this: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The store name "[마켓명]" should be the dominant visual element, in bold, modern Korean lettering.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If it fits naturally, add the small phrase "안심하고 맡기세요" beneath it as a secondary line.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Include one simple, minimal icon or symbol that pairs well with the wordmark — subtle, not too literal.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Style: flat vector illustration, sharp clean lines, no photo-realistic elements, no mockups or frames.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Layout: centered, square (1:1) format, plenty of white space.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Background: white or a very light neutral tone.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Color palette: pick 2-3 colors that feel warm, kind, and trustworthy — soft blues, greens, or warm neutrals work well.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Keep it minimal — this needs to work small as a store profile icon, so avoid tiny detail or clutter.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output: a single square logo image, roughly 1300x1300px, high resolution.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용감한 용팀장 실전반 · Week 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슬로건 문장 하나만 내 느낌에 맞게 바꾸세요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슬로건을 바꾸면, 색깔도 AI가 알아서 자연스럽게 따라갑니다.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슬로건 추천 5가지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6974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697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안심하고 맡기세요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68680" y="33558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84B59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68680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33558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믿고 맡기는 선택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401421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84B59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6868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40142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정성으로 채우는 쇼핑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68680" y="46725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84B59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68680" y="4672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46725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오늘도 든든한 하루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68680" y="533095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84B59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68680" y="5330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53309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편하게, 그리고 확실하게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897880" y="1965960"/>
            <a:ext cx="571500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217920" y="2194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느낌에 따라 색깔이 이렇게 바뀝니다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17920" y="283464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161C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446520" y="3090672"/>
            <a:ext cx="365760" cy="365760"/>
          </a:xfrm>
          <a:prstGeom prst="ellipse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949440" y="2926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· 신뢰 느낌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949440" y="3246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파랑 · 초록 · 뉴트럴 톤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388620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161C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446520" y="4142232"/>
            <a:ext cx="365760" cy="36576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949440" y="3977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트렌디 · 젊은 느낌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949440" y="4297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원색 · 대비 강한 컬러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493776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161C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446520" y="519379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949440" y="5029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프리미엄 느낌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949440" y="5349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블랙 · 골드 · 무채색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용감한 용팀장 실전반 · Week 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나오면 성공입니다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그대로 복사해서 GPT에 넣었을 때 실제로 나온 결과물입니다.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4206240" cy="4206240"/>
          </a:xfrm>
          <a:prstGeom prst="roundRect">
            <a:avLst>
              <a:gd name="adj" fmla="val 1304"/>
            </a:avLst>
          </a:prstGeom>
          <a:solidFill>
            <a:srgbClr val="F7F4F1"/>
          </a:solidFill>
          <a:ln/>
          <a:effectLst>
            <a:outerShdw blurRad="101600" dist="381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assets/logo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3931920" cy="3931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394960" y="1965960"/>
            <a:ext cx="5852160" cy="4206240"/>
          </a:xfrm>
          <a:prstGeom prst="roundRect">
            <a:avLst>
              <a:gd name="adj" fmla="val 2174"/>
            </a:avLst>
          </a:prstGeom>
          <a:solidFill>
            <a:srgbClr val="F7F4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669280" y="2194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 체크포인트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669280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080760" y="27432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마켓명 텍스트가 크고 또렷하게 보이는가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669280" y="33649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080760" y="336499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슬로건이 작은 보조 문구로 잘 들어갔는가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0" y="39867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080760" y="398678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배경이 흰색/연한 톤으로 깔끔한가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669280" y="46085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080760" y="460857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정사각형(1:1) 비율에 가까운가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669280" y="52303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080760" y="523036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너무 복잡하지 않고 아이콘 하나 정도인가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용감한 용팀장 실전반 · Week 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로고, 어디에 올릴까?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508760" cy="438912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스토어관리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075688" y="1463040"/>
            <a:ext cx="182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21992" y="1463040"/>
            <a:ext cx="1453025" cy="438912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221992" y="1463040"/>
            <a:ext cx="151398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스토어</a:t>
            </a: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721613" y="1463040"/>
            <a:ext cx="182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67917" y="1463040"/>
            <a:ext cx="1682496" cy="438912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67917" y="1463040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기본정보 관리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568701" y="1463040"/>
            <a:ext cx="182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15005" y="1463040"/>
            <a:ext cx="1682496" cy="438912"/>
          </a:xfrm>
          <a:prstGeom prst="roundRect">
            <a:avLst>
              <a:gd name="adj" fmla="val 16667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715005" y="1463040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스토어 정보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2148840"/>
            <a:ext cx="6949440" cy="4069080"/>
          </a:xfrm>
          <a:prstGeom prst="roundRect">
            <a:avLst>
              <a:gd name="adj" fmla="val 1348"/>
            </a:avLst>
          </a:prstGeom>
          <a:solidFill>
            <a:srgbClr val="F7F4F1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0" descr="assets/store_info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286000"/>
            <a:ext cx="6675120" cy="379476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7726680" y="2148840"/>
            <a:ext cx="3931920" cy="406908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800100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4B5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여기예요 👇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001000" y="27889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‘스토어 대표 이미지’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원형 자리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001000" y="37490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동그란 “+” 아이콘을 클릭해서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1300x1300으로 만든 로고 파일을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업로드하면 됩니다.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001000" y="512064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161C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8183880" y="5212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스토어명은 1회만 수정 가능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이름부터 확정한 뒤 로고 제작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용감한 용팀장 실전반 · Week 5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EB25E5CF-B155-54B6-7F51-AFC035ECD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516" y="58783"/>
            <a:ext cx="1101381" cy="191153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업로드하면 바로 이렇게 됩니다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assets/logo_uplo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0"/>
            <a:ext cx="3017520" cy="1737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663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직후 화면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394960" y="1920240"/>
            <a:ext cx="58521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669280" y="2148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 포인트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69280" y="274320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7F4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897880" y="2834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초록색 “검수중” 표시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897880" y="31821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정상적으로 접수되었다는 뜻입니다.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0" y="379476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7F4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897880" y="3886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저장 버튼 클릭 필수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897880" y="42336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업로드만 하고 저장을 안 누르면 반영되지 않습니다.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0" y="484632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7F4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897880" y="4937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승인까지 1~2 영업일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897880" y="52852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안 바뀌어도 정상이니 기다리면 됩니다.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용감한 용팀장 실전반 · Week 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규격 총정리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320040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가로 x 세로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용량 제한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로고 (스토어 대표 이미지)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1300 x 1300 px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자유배너 · 모바일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750 x 240 px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1MB 이하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자유배너 · PC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1280 x 200 px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1MB 이하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GNB 로고 · 모바일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600 x 80 px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용감한 용팀장 실전반 · Week 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자유배너 프롬프트 — 모바일 / PC 따로 생성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배너는 비율이 완전히 달라서 반드시 각각 따로 만들어야 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161C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5C8A7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모바일용 (750 x 240)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0100" y="2410097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I need a clean, premium main banner design for a Korean online shopping mall (Naver Smart Store).</a:t>
            </a:r>
          </a:p>
          <a:p>
            <a:pPr>
              <a:lnSpc>
                <a:spcPct val="120000"/>
              </a:lnSpc>
            </a:pPr>
            <a:endParaRPr lang="en-US" altLang="ko-KR" sz="8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Store name: </a:t>
            </a:r>
            <a:r>
              <a:rPr lang="ko-KR" altLang="en-US" sz="800" dirty="0">
                <a:solidFill>
                  <a:schemeClr val="bg1"/>
                </a:solidFill>
              </a:rPr>
              <a:t>용감한 </a:t>
            </a:r>
            <a:r>
              <a:rPr lang="ko-KR" altLang="en-US" sz="800" dirty="0" err="1">
                <a:solidFill>
                  <a:schemeClr val="bg1"/>
                </a:solidFill>
              </a:rPr>
              <a:t>용팀장</a:t>
            </a:r>
            <a:endParaRPr lang="ko-KR" altLang="en-US" sz="8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What we sell: </a:t>
            </a:r>
            <a:r>
              <a:rPr lang="ko-KR" altLang="en-US" sz="800" dirty="0">
                <a:solidFill>
                  <a:schemeClr val="bg1"/>
                </a:solidFill>
              </a:rPr>
              <a:t>다양한 카테고리를 다루는 온라인 </a:t>
            </a:r>
            <a:r>
              <a:rPr lang="ko-KR" altLang="en-US" sz="800" dirty="0" err="1">
                <a:solidFill>
                  <a:schemeClr val="bg1"/>
                </a:solidFill>
              </a:rPr>
              <a:t>종합몰</a:t>
            </a:r>
            <a:endParaRPr lang="ko-KR" altLang="en-US" sz="8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Main message: </a:t>
            </a:r>
            <a:r>
              <a:rPr lang="ko-KR" altLang="en-US" sz="800" dirty="0">
                <a:solidFill>
                  <a:schemeClr val="bg1"/>
                </a:solidFill>
              </a:rPr>
              <a:t>안심하고 맡기는 쇼핑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Tone: warm, kind, trustworthy</a:t>
            </a:r>
          </a:p>
          <a:p>
            <a:pPr>
              <a:lnSpc>
                <a:spcPct val="120000"/>
              </a:lnSpc>
            </a:pPr>
            <a:endParaRPr lang="en-US" altLang="ko-KR" sz="8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IMPORTANT — Image dimensions: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The output image MUST be exactly 750 pixels wide by 240 pixels tall.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This is a fixed-size banner, not a square or standard photo ratio — do not default to 1:1 or 4:3.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The canvas ratio is very wide and short (approximately 3.1:1).</a:t>
            </a:r>
          </a:p>
          <a:p>
            <a:pPr>
              <a:lnSpc>
                <a:spcPct val="120000"/>
              </a:lnSpc>
            </a:pPr>
            <a:endParaRPr lang="en-US" altLang="ko-KR" sz="8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Please design it like this: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The store name "</a:t>
            </a:r>
            <a:r>
              <a:rPr lang="ko-KR" altLang="en-US" sz="800" dirty="0">
                <a:solidFill>
                  <a:schemeClr val="bg1"/>
                </a:solidFill>
              </a:rPr>
              <a:t>용감한 </a:t>
            </a:r>
            <a:r>
              <a:rPr lang="ko-KR" altLang="en-US" sz="800" dirty="0" err="1">
                <a:solidFill>
                  <a:schemeClr val="bg1"/>
                </a:solidFill>
              </a:rPr>
              <a:t>용팀장</a:t>
            </a:r>
            <a:r>
              <a:rPr lang="en-US" altLang="ko-KR" sz="800" dirty="0">
                <a:solidFill>
                  <a:schemeClr val="bg1"/>
                </a:solidFill>
              </a:rPr>
              <a:t>" should be clearly visible and the most noticeable text.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Include the message "</a:t>
            </a:r>
            <a:r>
              <a:rPr lang="ko-KR" altLang="en-US" sz="800" dirty="0">
                <a:solidFill>
                  <a:schemeClr val="bg1"/>
                </a:solidFill>
              </a:rPr>
              <a:t>안심하고 맡기는 쇼핑</a:t>
            </a:r>
            <a:r>
              <a:rPr lang="en-US" altLang="ko-KR" sz="800" dirty="0">
                <a:solidFill>
                  <a:schemeClr val="bg1"/>
                </a:solidFill>
              </a:rPr>
              <a:t>" as supporting text, large and easy to read.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Add simple, relevant visual elements (icons or a subtle illustration) that match an online shopping/delivery theme — keep it clean, not busy.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Background: white or a soft light color that matches a warm, trustworthy tone (soft blue or green tones work well).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Keep text large and crisp — this will be shown small on a mobile screen, so avoid tiny or cluttered elements.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Style: flat, modern, vector-like, no photorealistic mockups.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Do not add any border, frame, mockup device, or extra padding outside the banner area.</a:t>
            </a:r>
          </a:p>
          <a:p>
            <a:pPr>
              <a:lnSpc>
                <a:spcPct val="120000"/>
              </a:lnSpc>
            </a:pPr>
            <a:endParaRPr lang="en-US" altLang="ko-KR" sz="8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Final output: exactly 750x240px, high resolution.</a:t>
            </a:r>
          </a:p>
        </p:txBody>
      </p:sp>
      <p:sp>
        <p:nvSpPr>
          <p:cNvPr id="11" name="Shape 9"/>
          <p:cNvSpPr/>
          <p:nvPr/>
        </p:nvSpPr>
        <p:spPr>
          <a:xfrm>
            <a:off x="5989320" y="1874520"/>
            <a:ext cx="5669280" cy="4343400"/>
          </a:xfrm>
          <a:prstGeom prst="roundRect">
            <a:avLst>
              <a:gd name="adj" fmla="val 1684"/>
            </a:avLst>
          </a:prstGeom>
          <a:solidFill>
            <a:srgbClr val="161C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989320" y="1874520"/>
            <a:ext cx="5669280" cy="457200"/>
          </a:xfrm>
          <a:prstGeom prst="roundRect">
            <a:avLst>
              <a:gd name="adj" fmla="val 16000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89320" y="18745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PC용 (1280 x 200)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81059" y="2497182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I need a clean, premium main banner design for a Korean online shopping mall (Naver Smart Store).</a:t>
            </a:r>
          </a:p>
          <a:p>
            <a:pPr>
              <a:lnSpc>
                <a:spcPct val="120000"/>
              </a:lnSpc>
            </a:pPr>
            <a:endParaRPr lang="en-US" altLang="ko-KR" sz="8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Store name: </a:t>
            </a:r>
            <a:r>
              <a:rPr lang="ko-KR" altLang="en-US" sz="800" dirty="0">
                <a:solidFill>
                  <a:schemeClr val="bg1"/>
                </a:solidFill>
              </a:rPr>
              <a:t>용감한 </a:t>
            </a:r>
            <a:r>
              <a:rPr lang="ko-KR" altLang="en-US" sz="800" dirty="0" err="1">
                <a:solidFill>
                  <a:schemeClr val="bg1"/>
                </a:solidFill>
              </a:rPr>
              <a:t>용팀장</a:t>
            </a:r>
            <a:endParaRPr lang="ko-KR" altLang="en-US" sz="8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What we sell: </a:t>
            </a:r>
            <a:r>
              <a:rPr lang="ko-KR" altLang="en-US" sz="800" dirty="0">
                <a:solidFill>
                  <a:schemeClr val="bg1"/>
                </a:solidFill>
              </a:rPr>
              <a:t>다양한 카테고리를 다루는 온라인 </a:t>
            </a:r>
            <a:r>
              <a:rPr lang="ko-KR" altLang="en-US" sz="800" dirty="0" err="1">
                <a:solidFill>
                  <a:schemeClr val="bg1"/>
                </a:solidFill>
              </a:rPr>
              <a:t>종합몰</a:t>
            </a:r>
            <a:endParaRPr lang="ko-KR" altLang="en-US" sz="8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Main message: </a:t>
            </a:r>
            <a:r>
              <a:rPr lang="ko-KR" altLang="en-US" sz="800" dirty="0">
                <a:solidFill>
                  <a:schemeClr val="bg1"/>
                </a:solidFill>
              </a:rPr>
              <a:t>안심하고 맡기는 쇼핑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Tone: warm, kind, trustworthy</a:t>
            </a:r>
          </a:p>
          <a:p>
            <a:pPr>
              <a:lnSpc>
                <a:spcPct val="120000"/>
              </a:lnSpc>
            </a:pPr>
            <a:endParaRPr lang="en-US" altLang="ko-KR" sz="8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IMPORTANT — Image dimensions: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The output image MUST be exactly 1280 pixels wide by 200 pixels tall.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This is a fixed-size banner, not a square or standard photo ratio — do not default to 1:1 or 4:3.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The canvas ratio is very wide and thin (approximately 6.4:1).</a:t>
            </a:r>
          </a:p>
          <a:p>
            <a:pPr>
              <a:lnSpc>
                <a:spcPct val="120000"/>
              </a:lnSpc>
            </a:pPr>
            <a:endParaRPr lang="en-US" altLang="ko-KR" sz="8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Please design it like this: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The store name "</a:t>
            </a:r>
            <a:r>
              <a:rPr lang="ko-KR" altLang="en-US" sz="800" dirty="0">
                <a:solidFill>
                  <a:schemeClr val="bg1"/>
                </a:solidFill>
              </a:rPr>
              <a:t>용감한 </a:t>
            </a:r>
            <a:r>
              <a:rPr lang="ko-KR" altLang="en-US" sz="800" dirty="0" err="1">
                <a:solidFill>
                  <a:schemeClr val="bg1"/>
                </a:solidFill>
              </a:rPr>
              <a:t>용팀장</a:t>
            </a:r>
            <a:r>
              <a:rPr lang="en-US" altLang="ko-KR" sz="800" dirty="0">
                <a:solidFill>
                  <a:schemeClr val="bg1"/>
                </a:solidFill>
              </a:rPr>
              <a:t>" should be clearly visible and the most noticeable text.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Include the message "</a:t>
            </a:r>
            <a:r>
              <a:rPr lang="ko-KR" altLang="en-US" sz="800" dirty="0">
                <a:solidFill>
                  <a:schemeClr val="bg1"/>
                </a:solidFill>
              </a:rPr>
              <a:t>안심하고 맡기는 쇼핑</a:t>
            </a:r>
            <a:r>
              <a:rPr lang="en-US" altLang="ko-KR" sz="800" dirty="0">
                <a:solidFill>
                  <a:schemeClr val="bg1"/>
                </a:solidFill>
              </a:rPr>
              <a:t>" as supporting text, large and easy to read.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Add simple, relevant visual elements (icons or a subtle illustration) that match an online shopping/delivery theme — keep it clean, not busy.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Background: white or a soft light color that matches a warm, trustworthy tone (soft blue or green tones work well).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Keep text large and crisp.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Style: flat, modern, vector-like, no photorealistic mockups.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- Do not add any border, frame, mockup device, or extra padding outside the banner area.</a:t>
            </a:r>
          </a:p>
          <a:p>
            <a:pPr>
              <a:lnSpc>
                <a:spcPct val="120000"/>
              </a:lnSpc>
            </a:pPr>
            <a:endParaRPr lang="en-US" altLang="ko-KR" sz="8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Final output: exactly 1280x200px, high resolution.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용감한 용팀장 실전반 · Week 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8A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자유배너 등록 위치 찾기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841248" cy="420624"/>
          </a:xfrm>
          <a:prstGeom prst="roundRect">
            <a:avLst>
              <a:gd name="adj" fmla="val 173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408176" y="1417320"/>
            <a:ext cx="182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554480" y="1417320"/>
            <a:ext cx="1645920" cy="420624"/>
          </a:xfrm>
          <a:prstGeom prst="roundRect">
            <a:avLst>
              <a:gd name="adj" fmla="val 173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554480" y="14173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스토어 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18688" y="1417320"/>
            <a:ext cx="182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64992" y="1417320"/>
            <a:ext cx="1444752" cy="420624"/>
          </a:xfrm>
          <a:prstGeom prst="roundRect">
            <a:avLst>
              <a:gd name="adj" fmla="val 17391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364992" y="141732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자유배너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057400"/>
            <a:ext cx="5120640" cy="4160520"/>
          </a:xfrm>
          <a:prstGeom prst="roundRect">
            <a:avLst>
              <a:gd name="adj" fmla="val 1319"/>
            </a:avLst>
          </a:prstGeom>
          <a:solidFill>
            <a:srgbClr val="F7F4F1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assets/component_home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194560"/>
            <a:ext cx="4846320" cy="38862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52160" y="2057400"/>
            <a:ext cx="5806440" cy="4160520"/>
          </a:xfrm>
          <a:prstGeom prst="roundRect">
            <a:avLst>
              <a:gd name="adj" fmla="val 1319"/>
            </a:avLst>
          </a:prstGeom>
          <a:solidFill>
            <a:srgbClr val="F7F4F1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assets/banner_uploa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95160" y="2194560"/>
            <a:ext cx="3657600" cy="3886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8640" y="6309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“자유배너” 클릭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852160" y="6309360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모바일/PC 이미지 각각 등록 → 토글 켜기 → 적용하기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FF393858-FD7D-A2B5-9CB2-0DA416044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816" y="421005"/>
            <a:ext cx="2209800" cy="159067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4B5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전 / 후 — 이만큼 달라집니다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4B5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assets/before_pc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21792" y="1810512"/>
            <a:ext cx="5202936" cy="21854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1148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3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· 배너 없음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63640" y="173736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254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assets/after_p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36792" y="1810512"/>
            <a:ext cx="5202936" cy="21854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3640" y="41148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4B5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· 배너 적용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4526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4B5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846320"/>
            <a:ext cx="1737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25400">
            <a:solidFill>
              <a:srgbClr val="84B59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assets/after_mobil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1792" y="4919472"/>
            <a:ext cx="1591056" cy="1545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8640" y="65653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4B5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· 모바일 적용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2606040" y="4846320"/>
            <a:ext cx="9006840" cy="1691640"/>
          </a:xfrm>
          <a:prstGeom prst="roundRect">
            <a:avLst>
              <a:gd name="adj" fmla="val 5405"/>
            </a:avLst>
          </a:prstGeom>
          <a:solidFill>
            <a:srgbClr val="161C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/>
          <p:nvPr/>
        </p:nvSpPr>
        <p:spPr>
          <a:xfrm>
            <a:off x="288036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실습 완료 체크리스트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2880360" y="54406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4B5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200400" y="54406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 등록 (검수 진행중)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2880360" y="576986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4B5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200400" y="576986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자유배너 적용 완료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2880360" y="609904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4B5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3200400" y="6099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자유배너 적용 완료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4376</Words>
  <Application>Microsoft Office PowerPoint</Application>
  <PresentationFormat>와이드스크린</PresentationFormat>
  <Paragraphs>655</Paragraphs>
  <Slides>50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4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용 최</cp:lastModifiedBy>
  <cp:revision>11</cp:revision>
  <dcterms:created xsi:type="dcterms:W3CDTF">2026-07-10T13:36:41Z</dcterms:created>
  <dcterms:modified xsi:type="dcterms:W3CDTF">2026-07-11T03:22:52Z</dcterms:modified>
</cp:coreProperties>
</file>