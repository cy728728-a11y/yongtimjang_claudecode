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62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130"/>
    <a:srgbClr val="1416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630BA9-FA84-4F1A-84A4-12FF6DBF1788}" v="3" dt="2026-06-26T14:26:35.263"/>
    <p1510:client id="{662297DB-3009-49BD-A33A-F9324C99E058}" v="30" vWet="31" dt="2026-06-26T07:40:42.023"/>
    <p1510:client id="{AE320EE3-6629-4F24-A303-5A7952CCAB20}" v="3" dt="2026-06-26T04:49:33.600"/>
    <p1510:client id="{B40A4064-3035-46EB-A17E-8A3129D30366}" v="2" dt="2026-06-26T14:07:21.8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용 최" userId="1589a7fea772e98f" providerId="LiveId" clId="{2278AE4D-1D9B-403D-98CE-CD0A01F10ABE}"/>
    <pc:docChg chg="undo custSel delSld modSld">
      <pc:chgData name="용 최" userId="1589a7fea772e98f" providerId="LiveId" clId="{2278AE4D-1D9B-403D-98CE-CD0A01F10ABE}" dt="2026-06-26T14:33:38.695" v="1027" actId="20577"/>
      <pc:docMkLst>
        <pc:docMk/>
      </pc:docMkLst>
      <pc:sldChg chg="modSp mod">
        <pc:chgData name="용 최" userId="1589a7fea772e98f" providerId="LiveId" clId="{2278AE4D-1D9B-403D-98CE-CD0A01F10ABE}" dt="2026-06-26T04:37:50.202" v="95" actId="20577"/>
        <pc:sldMkLst>
          <pc:docMk/>
          <pc:sldMk cId="0" sldId="261"/>
        </pc:sldMkLst>
        <pc:spChg chg="mod">
          <ac:chgData name="용 최" userId="1589a7fea772e98f" providerId="LiveId" clId="{2278AE4D-1D9B-403D-98CE-CD0A01F10ABE}" dt="2026-06-26T04:37:50.202" v="95" actId="20577"/>
          <ac:spMkLst>
            <pc:docMk/>
            <pc:sldMk cId="0" sldId="261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04:38:14.730" v="120" actId="20577"/>
        <pc:sldMkLst>
          <pc:docMk/>
          <pc:sldMk cId="0" sldId="262"/>
        </pc:sldMkLst>
        <pc:spChg chg="mod">
          <ac:chgData name="용 최" userId="1589a7fea772e98f" providerId="LiveId" clId="{2278AE4D-1D9B-403D-98CE-CD0A01F10ABE}" dt="2026-06-26T04:38:14.730" v="120" actId="20577"/>
          <ac:spMkLst>
            <pc:docMk/>
            <pc:sldMk cId="0" sldId="262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2:35:16.687" v="307" actId="20577"/>
        <pc:sldMkLst>
          <pc:docMk/>
          <pc:sldMk cId="0" sldId="264"/>
        </pc:sldMkLst>
        <pc:spChg chg="mod">
          <ac:chgData name="용 최" userId="1589a7fea772e98f" providerId="LiveId" clId="{2278AE4D-1D9B-403D-98CE-CD0A01F10ABE}" dt="2026-06-26T12:35:16.687" v="307" actId="20577"/>
          <ac:spMkLst>
            <pc:docMk/>
            <pc:sldMk cId="0" sldId="264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04:07.152" v="518" actId="14100"/>
        <pc:sldMkLst>
          <pc:docMk/>
          <pc:sldMk cId="0" sldId="265"/>
        </pc:sldMkLst>
        <pc:spChg chg="mod">
          <ac:chgData name="용 최" userId="1589a7fea772e98f" providerId="LiveId" clId="{2278AE4D-1D9B-403D-98CE-CD0A01F10ABE}" dt="2026-06-26T14:04:07.152" v="518" actId="14100"/>
          <ac:spMkLst>
            <pc:docMk/>
            <pc:sldMk cId="0" sldId="265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05:06.057" v="558" actId="6549"/>
        <pc:sldMkLst>
          <pc:docMk/>
          <pc:sldMk cId="0" sldId="266"/>
        </pc:sldMkLst>
        <pc:spChg chg="mod">
          <ac:chgData name="용 최" userId="1589a7fea772e98f" providerId="LiveId" clId="{2278AE4D-1D9B-403D-98CE-CD0A01F10ABE}" dt="2026-06-26T14:05:06.057" v="558" actId="6549"/>
          <ac:spMkLst>
            <pc:docMk/>
            <pc:sldMk cId="0" sldId="266"/>
            <ac:spMk id="12" creationId="{00000000-0000-0000-0000-000000000000}"/>
          </ac:spMkLst>
        </pc:spChg>
      </pc:sldChg>
      <pc:sldChg chg="modSp del mod">
        <pc:chgData name="용 최" userId="1589a7fea772e98f" providerId="LiveId" clId="{2278AE4D-1D9B-403D-98CE-CD0A01F10ABE}" dt="2026-06-26T14:24:57.863" v="668" actId="47"/>
        <pc:sldMkLst>
          <pc:docMk/>
          <pc:sldMk cId="0" sldId="267"/>
        </pc:sldMkLst>
        <pc:spChg chg="mod">
          <ac:chgData name="용 최" userId="1589a7fea772e98f" providerId="LiveId" clId="{2278AE4D-1D9B-403D-98CE-CD0A01F10ABE}" dt="2026-06-26T14:24:39.281" v="667"/>
          <ac:spMkLst>
            <pc:docMk/>
            <pc:sldMk cId="0" sldId="267"/>
            <ac:spMk id="4" creationId="{00000000-0000-0000-0000-000000000000}"/>
          </ac:spMkLst>
        </pc:spChg>
        <pc:spChg chg="mod">
          <ac:chgData name="용 최" userId="1589a7fea772e98f" providerId="LiveId" clId="{2278AE4D-1D9B-403D-98CE-CD0A01F10ABE}" dt="2026-06-26T14:07:46.028" v="660" actId="14100"/>
          <ac:spMkLst>
            <pc:docMk/>
            <pc:sldMk cId="0" sldId="267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04:40:09.416" v="133" actId="207"/>
        <pc:sldMkLst>
          <pc:docMk/>
          <pc:sldMk cId="0" sldId="269"/>
        </pc:sldMkLst>
        <pc:spChg chg="mod">
          <ac:chgData name="용 최" userId="1589a7fea772e98f" providerId="LiveId" clId="{2278AE4D-1D9B-403D-98CE-CD0A01F10ABE}" dt="2026-06-26T04:39:35.501" v="123" actId="207"/>
          <ac:spMkLst>
            <pc:docMk/>
            <pc:sldMk cId="0" sldId="269"/>
            <ac:spMk id="3" creationId="{00000000-0000-0000-0000-000000000000}"/>
          </ac:spMkLst>
        </pc:spChg>
        <pc:spChg chg="mod">
          <ac:chgData name="용 최" userId="1589a7fea772e98f" providerId="LiveId" clId="{2278AE4D-1D9B-403D-98CE-CD0A01F10ABE}" dt="2026-06-26T04:40:09.416" v="133" actId="207"/>
          <ac:spMkLst>
            <pc:docMk/>
            <pc:sldMk cId="0" sldId="269"/>
            <ac:spMk id="4" creationId="{00000000-0000-0000-0000-000000000000}"/>
          </ac:spMkLst>
        </pc:spChg>
        <pc:spChg chg="mod">
          <ac:chgData name="용 최" userId="1589a7fea772e98f" providerId="LiveId" clId="{2278AE4D-1D9B-403D-98CE-CD0A01F10ABE}" dt="2026-06-26T04:39:29.476" v="122" actId="207"/>
          <ac:spMkLst>
            <pc:docMk/>
            <pc:sldMk cId="0" sldId="269"/>
            <ac:spMk id="5" creationId="{00000000-0000-0000-0000-000000000000}"/>
          </ac:spMkLst>
        </pc:spChg>
        <pc:spChg chg="mod">
          <ac:chgData name="용 최" userId="1589a7fea772e98f" providerId="LiveId" clId="{2278AE4D-1D9B-403D-98CE-CD0A01F10ABE}" dt="2026-06-26T04:39:39.057" v="124" actId="207"/>
          <ac:spMkLst>
            <pc:docMk/>
            <pc:sldMk cId="0" sldId="269"/>
            <ac:spMk id="10" creationId="{00000000-0000-0000-0000-000000000000}"/>
          </ac:spMkLst>
        </pc:spChg>
        <pc:spChg chg="mod">
          <ac:chgData name="용 최" userId="1589a7fea772e98f" providerId="LiveId" clId="{2278AE4D-1D9B-403D-98CE-CD0A01F10ABE}" dt="2026-06-26T04:40:04.144" v="130" actId="207"/>
          <ac:spMkLst>
            <pc:docMk/>
            <pc:sldMk cId="0" sldId="269"/>
            <ac:spMk id="11" creationId="{00000000-0000-0000-0000-000000000000}"/>
          </ac:spMkLst>
        </pc:spChg>
        <pc:spChg chg="mod">
          <ac:chgData name="용 최" userId="1589a7fea772e98f" providerId="LiveId" clId="{2278AE4D-1D9B-403D-98CE-CD0A01F10ABE}" dt="2026-06-26T04:39:29.476" v="122" actId="207"/>
          <ac:spMkLst>
            <pc:docMk/>
            <pc:sldMk cId="0" sldId="269"/>
            <ac:spMk id="13" creationId="{00000000-0000-0000-0000-000000000000}"/>
          </ac:spMkLst>
        </pc:spChg>
        <pc:spChg chg="mod">
          <ac:chgData name="용 최" userId="1589a7fea772e98f" providerId="LiveId" clId="{2278AE4D-1D9B-403D-98CE-CD0A01F10ABE}" dt="2026-06-26T04:39:44.307" v="127" actId="115"/>
          <ac:spMkLst>
            <pc:docMk/>
            <pc:sldMk cId="0" sldId="269"/>
            <ac:spMk id="18" creationId="{00000000-0000-0000-0000-000000000000}"/>
          </ac:spMkLst>
        </pc:spChg>
        <pc:spChg chg="mod">
          <ac:chgData name="용 최" userId="1589a7fea772e98f" providerId="LiveId" clId="{2278AE4D-1D9B-403D-98CE-CD0A01F10ABE}" dt="2026-06-26T04:40:04.144" v="130" actId="207"/>
          <ac:spMkLst>
            <pc:docMk/>
            <pc:sldMk cId="0" sldId="269"/>
            <ac:spMk id="19" creationId="{00000000-0000-0000-0000-000000000000}"/>
          </ac:spMkLst>
        </pc:spChg>
        <pc:spChg chg="mod">
          <ac:chgData name="용 최" userId="1589a7fea772e98f" providerId="LiveId" clId="{2278AE4D-1D9B-403D-98CE-CD0A01F10ABE}" dt="2026-06-26T04:39:29.476" v="122" actId="207"/>
          <ac:spMkLst>
            <pc:docMk/>
            <pc:sldMk cId="0" sldId="269"/>
            <ac:spMk id="21" creationId="{00000000-0000-0000-0000-000000000000}"/>
          </ac:spMkLst>
        </pc:spChg>
        <pc:spChg chg="mod">
          <ac:chgData name="용 최" userId="1589a7fea772e98f" providerId="LiveId" clId="{2278AE4D-1D9B-403D-98CE-CD0A01F10ABE}" dt="2026-06-26T04:39:46.872" v="128" actId="207"/>
          <ac:spMkLst>
            <pc:docMk/>
            <pc:sldMk cId="0" sldId="269"/>
            <ac:spMk id="26" creationId="{00000000-0000-0000-0000-000000000000}"/>
          </ac:spMkLst>
        </pc:spChg>
        <pc:spChg chg="mod">
          <ac:chgData name="용 최" userId="1589a7fea772e98f" providerId="LiveId" clId="{2278AE4D-1D9B-403D-98CE-CD0A01F10ABE}" dt="2026-06-26T04:40:04.144" v="130" actId="207"/>
          <ac:spMkLst>
            <pc:docMk/>
            <pc:sldMk cId="0" sldId="269"/>
            <ac:spMk id="27" creationId="{00000000-0000-0000-0000-000000000000}"/>
          </ac:spMkLst>
        </pc:spChg>
        <pc:spChg chg="mod">
          <ac:chgData name="용 최" userId="1589a7fea772e98f" providerId="LiveId" clId="{2278AE4D-1D9B-403D-98CE-CD0A01F10ABE}" dt="2026-06-26T04:39:29.476" v="122" actId="207"/>
          <ac:spMkLst>
            <pc:docMk/>
            <pc:sldMk cId="0" sldId="269"/>
            <ac:spMk id="29" creationId="{00000000-0000-0000-0000-000000000000}"/>
          </ac:spMkLst>
        </pc:spChg>
        <pc:spChg chg="mod">
          <ac:chgData name="용 최" userId="1589a7fea772e98f" providerId="LiveId" clId="{2278AE4D-1D9B-403D-98CE-CD0A01F10ABE}" dt="2026-06-26T04:39:53.840" v="129" actId="207"/>
          <ac:spMkLst>
            <pc:docMk/>
            <pc:sldMk cId="0" sldId="269"/>
            <ac:spMk id="34" creationId="{00000000-0000-0000-0000-000000000000}"/>
          </ac:spMkLst>
        </pc:spChg>
        <pc:spChg chg="mod">
          <ac:chgData name="용 최" userId="1589a7fea772e98f" providerId="LiveId" clId="{2278AE4D-1D9B-403D-98CE-CD0A01F10ABE}" dt="2026-06-26T04:40:04.144" v="130" actId="207"/>
          <ac:spMkLst>
            <pc:docMk/>
            <pc:sldMk cId="0" sldId="269"/>
            <ac:spMk id="35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04:43:30.637" v="224" actId="20577"/>
        <pc:sldMkLst>
          <pc:docMk/>
          <pc:sldMk cId="0" sldId="270"/>
        </pc:sldMkLst>
        <pc:spChg chg="mod">
          <ac:chgData name="용 최" userId="1589a7fea772e98f" providerId="LiveId" clId="{2278AE4D-1D9B-403D-98CE-CD0A01F10ABE}" dt="2026-06-26T04:43:30.637" v="224" actId="20577"/>
          <ac:spMkLst>
            <pc:docMk/>
            <pc:sldMk cId="0" sldId="270"/>
            <ac:spMk id="5" creationId="{00000000-0000-0000-0000-000000000000}"/>
          </ac:spMkLst>
        </pc:spChg>
        <pc:spChg chg="mod">
          <ac:chgData name="용 최" userId="1589a7fea772e98f" providerId="LiveId" clId="{2278AE4D-1D9B-403D-98CE-CD0A01F10ABE}" dt="2026-06-26T04:39:15.326" v="121" actId="207"/>
          <ac:spMkLst>
            <pc:docMk/>
            <pc:sldMk cId="0" sldId="270"/>
            <ac:spMk id="8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04:47:33.429" v="237" actId="20577"/>
        <pc:sldMkLst>
          <pc:docMk/>
          <pc:sldMk cId="0" sldId="276"/>
        </pc:sldMkLst>
        <pc:spChg chg="mod">
          <ac:chgData name="용 최" userId="1589a7fea772e98f" providerId="LiveId" clId="{2278AE4D-1D9B-403D-98CE-CD0A01F10ABE}" dt="2026-06-26T04:45:17.423" v="230"/>
          <ac:spMkLst>
            <pc:docMk/>
            <pc:sldMk cId="0" sldId="276"/>
            <ac:spMk id="10" creationId="{00000000-0000-0000-0000-000000000000}"/>
          </ac:spMkLst>
        </pc:spChg>
        <pc:spChg chg="mod">
          <ac:chgData name="용 최" userId="1589a7fea772e98f" providerId="LiveId" clId="{2278AE4D-1D9B-403D-98CE-CD0A01F10ABE}" dt="2026-06-26T04:47:33.429" v="237" actId="20577"/>
          <ac:spMkLst>
            <pc:docMk/>
            <pc:sldMk cId="0" sldId="276"/>
            <ac:spMk id="31" creationId="{00000000-0000-0000-0000-000000000000}"/>
          </ac:spMkLst>
        </pc:spChg>
      </pc:sldChg>
      <pc:sldChg chg="addSp modSp mod">
        <pc:chgData name="용 최" userId="1589a7fea772e98f" providerId="LiveId" clId="{2278AE4D-1D9B-403D-98CE-CD0A01F10ABE}" dt="2026-06-26T04:52:19.797" v="259"/>
        <pc:sldMkLst>
          <pc:docMk/>
          <pc:sldMk cId="0" sldId="278"/>
        </pc:sldMkLst>
        <pc:spChg chg="add mod">
          <ac:chgData name="용 최" userId="1589a7fea772e98f" providerId="LiveId" clId="{2278AE4D-1D9B-403D-98CE-CD0A01F10ABE}" dt="2026-06-26T04:52:19.776" v="241"/>
          <ac:spMkLst>
            <pc:docMk/>
            <pc:sldMk cId="0" sldId="278"/>
            <ac:spMk id="18" creationId="{7E032809-FD6C-4EB6-BCB7-561A1C6FBBD8}"/>
          </ac:spMkLst>
        </pc:spChg>
        <pc:spChg chg="add mod">
          <ac:chgData name="용 최" userId="1589a7fea772e98f" providerId="LiveId" clId="{2278AE4D-1D9B-403D-98CE-CD0A01F10ABE}" dt="2026-06-26T04:52:19.777" v="245"/>
          <ac:spMkLst>
            <pc:docMk/>
            <pc:sldMk cId="0" sldId="278"/>
            <ac:spMk id="19" creationId="{F8B93696-78DF-430B-A8F4-387C287D4A49}"/>
          </ac:spMkLst>
        </pc:spChg>
        <pc:spChg chg="add mod">
          <ac:chgData name="용 최" userId="1589a7fea772e98f" providerId="LiveId" clId="{2278AE4D-1D9B-403D-98CE-CD0A01F10ABE}" dt="2026-06-26T04:52:19.791" v="252"/>
          <ac:spMkLst>
            <pc:docMk/>
            <pc:sldMk cId="0" sldId="278"/>
            <ac:spMk id="20" creationId="{40957A12-6736-4B76-8C72-D5C49AB79BE3}"/>
          </ac:spMkLst>
        </pc:spChg>
        <pc:spChg chg="add mod">
          <ac:chgData name="용 최" userId="1589a7fea772e98f" providerId="LiveId" clId="{2278AE4D-1D9B-403D-98CE-CD0A01F10ABE}" dt="2026-06-26T04:52:19.797" v="259"/>
          <ac:spMkLst>
            <pc:docMk/>
            <pc:sldMk cId="0" sldId="278"/>
            <ac:spMk id="21" creationId="{0FE36514-2FFF-4D94-BF75-6BD66895CF53}"/>
          </ac:spMkLst>
        </pc:spChg>
      </pc:sldChg>
      <pc:sldChg chg="modSp mod">
        <pc:chgData name="용 최" userId="1589a7fea772e98f" providerId="LiveId" clId="{2278AE4D-1D9B-403D-98CE-CD0A01F10ABE}" dt="2026-06-26T12:38:00.768" v="408" actId="14100"/>
        <pc:sldMkLst>
          <pc:docMk/>
          <pc:sldMk cId="0" sldId="291"/>
        </pc:sldMkLst>
        <pc:spChg chg="mod">
          <ac:chgData name="용 최" userId="1589a7fea772e98f" providerId="LiveId" clId="{2278AE4D-1D9B-403D-98CE-CD0A01F10ABE}" dt="2026-06-26T12:37:44.003" v="361"/>
          <ac:spMkLst>
            <pc:docMk/>
            <pc:sldMk cId="0" sldId="291"/>
            <ac:spMk id="10" creationId="{00000000-0000-0000-0000-000000000000}"/>
          </ac:spMkLst>
        </pc:spChg>
        <pc:spChg chg="mod">
          <ac:chgData name="용 최" userId="1589a7fea772e98f" providerId="LiveId" clId="{2278AE4D-1D9B-403D-98CE-CD0A01F10ABE}" dt="2026-06-26T12:37:44.006" v="369"/>
          <ac:spMkLst>
            <pc:docMk/>
            <pc:sldMk cId="0" sldId="291"/>
            <ac:spMk id="12" creationId="{00000000-0000-0000-0000-000000000000}"/>
          </ac:spMkLst>
        </pc:spChg>
        <pc:picChg chg="mod">
          <ac:chgData name="용 최" userId="1589a7fea772e98f" providerId="LiveId" clId="{2278AE4D-1D9B-403D-98CE-CD0A01F10ABE}" dt="2026-06-26T12:38:00.768" v="408" actId="14100"/>
          <ac:picMkLst>
            <pc:docMk/>
            <pc:sldMk cId="0" sldId="291"/>
            <ac:picMk id="11" creationId="{00000000-0000-0000-0000-000000000000}"/>
          </ac:picMkLst>
        </pc:picChg>
      </pc:sldChg>
      <pc:sldChg chg="modSp mod">
        <pc:chgData name="용 최" userId="1589a7fea772e98f" providerId="LiveId" clId="{2278AE4D-1D9B-403D-98CE-CD0A01F10ABE}" dt="2026-06-26T12:39:43.838" v="511" actId="6549"/>
        <pc:sldMkLst>
          <pc:docMk/>
          <pc:sldMk cId="0" sldId="293"/>
        </pc:sldMkLst>
        <pc:spChg chg="mod">
          <ac:chgData name="용 최" userId="1589a7fea772e98f" providerId="LiveId" clId="{2278AE4D-1D9B-403D-98CE-CD0A01F10ABE}" dt="2026-06-26T12:39:43.838" v="511" actId="6549"/>
          <ac:spMkLst>
            <pc:docMk/>
            <pc:sldMk cId="0" sldId="293"/>
            <ac:spMk id="9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2:43:31.140" v="514" actId="20577"/>
        <pc:sldMkLst>
          <pc:docMk/>
          <pc:sldMk cId="0" sldId="294"/>
        </pc:sldMkLst>
        <pc:spChg chg="mod">
          <ac:chgData name="용 최" userId="1589a7fea772e98f" providerId="LiveId" clId="{2278AE4D-1D9B-403D-98CE-CD0A01F10ABE}" dt="2026-06-26T12:43:31.140" v="514" actId="20577"/>
          <ac:spMkLst>
            <pc:docMk/>
            <pc:sldMk cId="0" sldId="294"/>
            <ac:spMk id="16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2:44:02.270" v="517" actId="14100"/>
        <pc:sldMkLst>
          <pc:docMk/>
          <pc:sldMk cId="0" sldId="295"/>
        </pc:sldMkLst>
        <pc:spChg chg="mod">
          <ac:chgData name="용 최" userId="1589a7fea772e98f" providerId="LiveId" clId="{2278AE4D-1D9B-403D-98CE-CD0A01F10ABE}" dt="2026-06-26T12:43:58.927" v="516" actId="14100"/>
          <ac:spMkLst>
            <pc:docMk/>
            <pc:sldMk cId="0" sldId="295"/>
            <ac:spMk id="9" creationId="{00000000-0000-0000-0000-000000000000}"/>
          </ac:spMkLst>
        </pc:spChg>
        <pc:picChg chg="mod">
          <ac:chgData name="용 최" userId="1589a7fea772e98f" providerId="LiveId" clId="{2278AE4D-1D9B-403D-98CE-CD0A01F10ABE}" dt="2026-06-26T12:44:02.270" v="517" actId="14100"/>
          <ac:picMkLst>
            <pc:docMk/>
            <pc:sldMk cId="0" sldId="295"/>
            <ac:picMk id="10" creationId="{00000000-0000-0000-0000-000000000000}"/>
          </ac:picMkLst>
        </pc:picChg>
      </pc:sldChg>
      <pc:sldChg chg="modSp mod">
        <pc:chgData name="용 최" userId="1589a7fea772e98f" providerId="LiveId" clId="{2278AE4D-1D9B-403D-98CE-CD0A01F10ABE}" dt="2026-06-26T14:25:54.969" v="721" actId="6549"/>
        <pc:sldMkLst>
          <pc:docMk/>
          <pc:sldMk cId="0" sldId="300"/>
        </pc:sldMkLst>
        <pc:spChg chg="mod">
          <ac:chgData name="용 최" userId="1589a7fea772e98f" providerId="LiveId" clId="{2278AE4D-1D9B-403D-98CE-CD0A01F10ABE}" dt="2026-06-26T14:25:54.969" v="721" actId="6549"/>
          <ac:spMkLst>
            <pc:docMk/>
            <pc:sldMk cId="0" sldId="300"/>
            <ac:spMk id="4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27:32.403" v="770" actId="6549"/>
        <pc:sldMkLst>
          <pc:docMk/>
          <pc:sldMk cId="0" sldId="301"/>
        </pc:sldMkLst>
        <pc:spChg chg="mod">
          <ac:chgData name="용 최" userId="1589a7fea772e98f" providerId="LiveId" clId="{2278AE4D-1D9B-403D-98CE-CD0A01F10ABE}" dt="2026-06-26T14:27:32.403" v="770" actId="6549"/>
          <ac:spMkLst>
            <pc:docMk/>
            <pc:sldMk cId="0" sldId="301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27:55.987" v="789" actId="20577"/>
        <pc:sldMkLst>
          <pc:docMk/>
          <pc:sldMk cId="0" sldId="302"/>
        </pc:sldMkLst>
        <pc:spChg chg="mod">
          <ac:chgData name="용 최" userId="1589a7fea772e98f" providerId="LiveId" clId="{2278AE4D-1D9B-403D-98CE-CD0A01F10ABE}" dt="2026-06-26T14:27:55.987" v="789" actId="20577"/>
          <ac:spMkLst>
            <pc:docMk/>
            <pc:sldMk cId="0" sldId="302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29:21.396" v="792" actId="20577"/>
        <pc:sldMkLst>
          <pc:docMk/>
          <pc:sldMk cId="0" sldId="303"/>
        </pc:sldMkLst>
        <pc:spChg chg="mod">
          <ac:chgData name="용 최" userId="1589a7fea772e98f" providerId="LiveId" clId="{2278AE4D-1D9B-403D-98CE-CD0A01F10ABE}" dt="2026-06-26T14:29:21.396" v="792" actId="20577"/>
          <ac:spMkLst>
            <pc:docMk/>
            <pc:sldMk cId="0" sldId="303"/>
            <ac:spMk id="14" creationId="{00000000-0000-0000-0000-000000000000}"/>
          </ac:spMkLst>
        </pc:spChg>
      </pc:sldChg>
      <pc:sldChg chg="del">
        <pc:chgData name="용 최" userId="1589a7fea772e98f" providerId="LiveId" clId="{2278AE4D-1D9B-403D-98CE-CD0A01F10ABE}" dt="2026-06-26T14:29:04.743" v="790" actId="47"/>
        <pc:sldMkLst>
          <pc:docMk/>
          <pc:sldMk cId="0" sldId="305"/>
        </pc:sldMkLst>
      </pc:sldChg>
      <pc:sldChg chg="modSp mod">
        <pc:chgData name="용 최" userId="1589a7fea772e98f" providerId="LiveId" clId="{2278AE4D-1D9B-403D-98CE-CD0A01F10ABE}" dt="2026-06-26T14:31:13.472" v="946" actId="20577"/>
        <pc:sldMkLst>
          <pc:docMk/>
          <pc:sldMk cId="0" sldId="306"/>
        </pc:sldMkLst>
        <pc:spChg chg="mod">
          <ac:chgData name="용 최" userId="1589a7fea772e98f" providerId="LiveId" clId="{2278AE4D-1D9B-403D-98CE-CD0A01F10ABE}" dt="2026-06-26T14:31:13.472" v="946" actId="20577"/>
          <ac:spMkLst>
            <pc:docMk/>
            <pc:sldMk cId="0" sldId="306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33:07.055" v="1013" actId="6549"/>
        <pc:sldMkLst>
          <pc:docMk/>
          <pc:sldMk cId="0" sldId="308"/>
        </pc:sldMkLst>
        <pc:spChg chg="mod">
          <ac:chgData name="용 최" userId="1589a7fea772e98f" providerId="LiveId" clId="{2278AE4D-1D9B-403D-98CE-CD0A01F10ABE}" dt="2026-06-26T14:33:07.055" v="1013" actId="6549"/>
          <ac:spMkLst>
            <pc:docMk/>
            <pc:sldMk cId="0" sldId="308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33:38.695" v="1027" actId="20577"/>
        <pc:sldMkLst>
          <pc:docMk/>
          <pc:sldMk cId="0" sldId="309"/>
        </pc:sldMkLst>
        <pc:spChg chg="mod">
          <ac:chgData name="용 최" userId="1589a7fea772e98f" providerId="LiveId" clId="{2278AE4D-1D9B-403D-98CE-CD0A01F10ABE}" dt="2026-06-26T14:33:38.695" v="1027" actId="20577"/>
          <ac:spMkLst>
            <pc:docMk/>
            <pc:sldMk cId="0" sldId="309"/>
            <ac:spMk id="6" creationId="{00000000-0000-0000-0000-000000000000}"/>
          </ac:spMkLst>
        </pc:spChg>
      </pc:sldChg>
    </pc:docChg>
  </pc:docChgLst>
  <pc:docChgLst>
    <pc:chgData name="용 최" userId="1589a7fea772e98f" providerId="LiveId" clId="{F4A86167-AC27-4299-87BB-E282C3EAA034}"/>
    <pc:docChg chg="custSel modSld">
      <pc:chgData name="용 최" userId="1589a7fea772e98f" providerId="LiveId" clId="{F4A86167-AC27-4299-87BB-E282C3EAA034}" dt="2026-06-26T07:40:17.888" v="65" actId="478"/>
      <pc:docMkLst>
        <pc:docMk/>
      </pc:docMkLst>
      <pc:sldChg chg="modSp mod">
        <pc:chgData name="용 최" userId="1589a7fea772e98f" providerId="LiveId" clId="{F4A86167-AC27-4299-87BB-E282C3EAA034}" dt="2026-06-26T03:54:51.790" v="35" actId="1036"/>
        <pc:sldMkLst>
          <pc:docMk/>
          <pc:sldMk cId="0" sldId="260"/>
        </pc:sldMkLst>
        <pc:spChg chg="mod">
          <ac:chgData name="용 최" userId="1589a7fea772e98f" providerId="LiveId" clId="{F4A86167-AC27-4299-87BB-E282C3EAA034}" dt="2026-06-26T03:54:51.790" v="35" actId="103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용 최" userId="1589a7fea772e98f" providerId="LiveId" clId="{F4A86167-AC27-4299-87BB-E282C3EAA034}" dt="2026-06-26T03:54:51.790" v="35" actId="1036"/>
          <ac:spMkLst>
            <pc:docMk/>
            <pc:sldMk cId="0" sldId="260"/>
            <ac:spMk id="12" creationId="{00000000-0000-0000-0000-000000000000}"/>
          </ac:spMkLst>
        </pc:spChg>
        <pc:picChg chg="mod">
          <ac:chgData name="용 최" userId="1589a7fea772e98f" providerId="LiveId" clId="{F4A86167-AC27-4299-87BB-E282C3EAA034}" dt="2026-06-26T03:54:51.790" v="35" actId="1036"/>
          <ac:picMkLst>
            <pc:docMk/>
            <pc:sldMk cId="0" sldId="260"/>
            <ac:picMk id="10" creationId="{00000000-0000-0000-0000-000000000000}"/>
          </ac:picMkLst>
        </pc:picChg>
      </pc:sldChg>
      <pc:sldChg chg="modSp mod">
        <pc:chgData name="용 최" userId="1589a7fea772e98f" providerId="LiveId" clId="{F4A86167-AC27-4299-87BB-E282C3EAA034}" dt="2026-06-26T07:40:01.660" v="63" actId="14100"/>
        <pc:sldMkLst>
          <pc:docMk/>
          <pc:sldMk cId="0" sldId="264"/>
        </pc:sldMkLst>
        <pc:spChg chg="mod">
          <ac:chgData name="용 최" userId="1589a7fea772e98f" providerId="LiveId" clId="{F4A86167-AC27-4299-87BB-E282C3EAA034}" dt="2026-06-26T07:40:01.660" v="63" actId="14100"/>
          <ac:spMkLst>
            <pc:docMk/>
            <pc:sldMk cId="0" sldId="264"/>
            <ac:spMk id="12" creationId="{00000000-0000-0000-0000-000000000000}"/>
          </ac:spMkLst>
        </pc:spChg>
      </pc:sldChg>
      <pc:sldChg chg="delSp mod">
        <pc:chgData name="용 최" userId="1589a7fea772e98f" providerId="LiveId" clId="{F4A86167-AC27-4299-87BB-E282C3EAA034}" dt="2026-06-26T07:40:17.888" v="65" actId="478"/>
        <pc:sldMkLst>
          <pc:docMk/>
          <pc:sldMk cId="0" sldId="289"/>
        </pc:sldMkLst>
        <pc:spChg chg="del">
          <ac:chgData name="용 최" userId="1589a7fea772e98f" providerId="LiveId" clId="{F4A86167-AC27-4299-87BB-E282C3EAA034}" dt="2026-06-26T07:40:17.888" v="65" actId="478"/>
          <ac:spMkLst>
            <pc:docMk/>
            <pc:sldMk cId="0" sldId="289"/>
            <ac:spMk id="2" creationId="{00000000-0000-0000-0000-000000000000}"/>
          </ac:spMkLst>
        </pc:spChg>
        <pc:spChg chg="del">
          <ac:chgData name="용 최" userId="1589a7fea772e98f" providerId="LiveId" clId="{F4A86167-AC27-4299-87BB-E282C3EAA034}" dt="2026-06-26T07:40:15.462" v="64" actId="478"/>
          <ac:spMkLst>
            <pc:docMk/>
            <pc:sldMk cId="0" sldId="289"/>
            <ac:spMk id="3" creationId="{00000000-0000-0000-0000-000000000000}"/>
          </ac:spMkLst>
        </pc:spChg>
      </pc:sldChg>
    </pc:docChg>
  </pc:docChgLst>
  <pc:docChgLst>
    <pc:chgData name="용 최" userId="1589a7fea772e98f" providerId="LiveId" clId="{465AE703-AA2D-495B-8FBD-D8E5CDCF7249}"/>
    <pc:docChg chg="custSel modSld">
      <pc:chgData name="용 최" userId="1589a7fea772e98f" providerId="LiveId" clId="{465AE703-AA2D-495B-8FBD-D8E5CDCF7249}" dt="2026-06-24T04:53:47.235" v="22" actId="20577"/>
      <pc:docMkLst>
        <pc:docMk/>
      </pc:docMkLst>
      <pc:sldChg chg="modSp mod">
        <pc:chgData name="용 최" userId="1589a7fea772e98f" providerId="LiveId" clId="{465AE703-AA2D-495B-8FBD-D8E5CDCF7249}" dt="2026-06-24T04:51:03.010" v="1" actId="20577"/>
        <pc:sldMkLst>
          <pc:docMk/>
          <pc:sldMk cId="0" sldId="259"/>
        </pc:sldMkLst>
        <pc:spChg chg="mod">
          <ac:chgData name="용 최" userId="1589a7fea772e98f" providerId="LiveId" clId="{465AE703-AA2D-495B-8FBD-D8E5CDCF7249}" dt="2026-06-24T04:51:03.010" v="1" actId="20577"/>
          <ac:spMkLst>
            <pc:docMk/>
            <pc:sldMk cId="0" sldId="259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1:08.208" v="3" actId="20577"/>
        <pc:sldMkLst>
          <pc:docMk/>
          <pc:sldMk cId="0" sldId="260"/>
        </pc:sldMkLst>
        <pc:spChg chg="mod">
          <ac:chgData name="용 최" userId="1589a7fea772e98f" providerId="LiveId" clId="{465AE703-AA2D-495B-8FBD-D8E5CDCF7249}" dt="2026-06-24T04:51:08.208" v="3" actId="20577"/>
          <ac:spMkLst>
            <pc:docMk/>
            <pc:sldMk cId="0" sldId="260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1:13.024" v="5" actId="20577"/>
        <pc:sldMkLst>
          <pc:docMk/>
          <pc:sldMk cId="0" sldId="261"/>
        </pc:sldMkLst>
        <pc:spChg chg="mod">
          <ac:chgData name="용 최" userId="1589a7fea772e98f" providerId="LiveId" clId="{465AE703-AA2D-495B-8FBD-D8E5CDCF7249}" dt="2026-06-24T04:51:13.024" v="5" actId="20577"/>
          <ac:spMkLst>
            <pc:docMk/>
            <pc:sldMk cId="0" sldId="261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1:17.604" v="7" actId="20577"/>
        <pc:sldMkLst>
          <pc:docMk/>
          <pc:sldMk cId="0" sldId="262"/>
        </pc:sldMkLst>
        <pc:spChg chg="mod">
          <ac:chgData name="용 최" userId="1589a7fea772e98f" providerId="LiveId" clId="{465AE703-AA2D-495B-8FBD-D8E5CDCF7249}" dt="2026-06-24T04:51:17.604" v="7" actId="20577"/>
          <ac:spMkLst>
            <pc:docMk/>
            <pc:sldMk cId="0" sldId="262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3:27.431" v="13" actId="313"/>
        <pc:sldMkLst>
          <pc:docMk/>
          <pc:sldMk cId="0" sldId="263"/>
        </pc:sldMkLst>
        <pc:spChg chg="mod">
          <ac:chgData name="용 최" userId="1589a7fea772e98f" providerId="LiveId" clId="{465AE703-AA2D-495B-8FBD-D8E5CDCF7249}" dt="2026-06-24T04:53:27.431" v="13" actId="313"/>
          <ac:spMkLst>
            <pc:docMk/>
            <pc:sldMk cId="0" sldId="263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3:32.849" v="15" actId="20577"/>
        <pc:sldMkLst>
          <pc:docMk/>
          <pc:sldMk cId="0" sldId="264"/>
        </pc:sldMkLst>
        <pc:spChg chg="mod">
          <ac:chgData name="용 최" userId="1589a7fea772e98f" providerId="LiveId" clId="{465AE703-AA2D-495B-8FBD-D8E5CDCF7249}" dt="2026-06-24T04:53:32.849" v="15" actId="20577"/>
          <ac:spMkLst>
            <pc:docMk/>
            <pc:sldMk cId="0" sldId="264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3:38.270" v="18" actId="313"/>
        <pc:sldMkLst>
          <pc:docMk/>
          <pc:sldMk cId="0" sldId="265"/>
        </pc:sldMkLst>
        <pc:spChg chg="mod">
          <ac:chgData name="용 최" userId="1589a7fea772e98f" providerId="LiveId" clId="{465AE703-AA2D-495B-8FBD-D8E5CDCF7249}" dt="2026-06-24T04:53:38.270" v="18" actId="313"/>
          <ac:spMkLst>
            <pc:docMk/>
            <pc:sldMk cId="0" sldId="265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3:42.257" v="20" actId="20577"/>
        <pc:sldMkLst>
          <pc:docMk/>
          <pc:sldMk cId="0" sldId="266"/>
        </pc:sldMkLst>
        <pc:spChg chg="mod">
          <ac:chgData name="용 최" userId="1589a7fea772e98f" providerId="LiveId" clId="{465AE703-AA2D-495B-8FBD-D8E5CDCF7249}" dt="2026-06-24T04:53:42.257" v="20" actId="20577"/>
          <ac:spMkLst>
            <pc:docMk/>
            <pc:sldMk cId="0" sldId="266"/>
            <ac:spMk id="12" creationId="{00000000-0000-0000-0000-000000000000}"/>
          </ac:spMkLst>
        </pc:spChg>
      </pc:sldChg>
      <pc:sldChg chg="setBg">
        <pc:chgData name="용 최" userId="1589a7fea772e98f" providerId="LiveId" clId="{465AE703-AA2D-495B-8FBD-D8E5CDCF7249}" dt="2026-06-24T04:52:02.031" v="9"/>
        <pc:sldMkLst>
          <pc:docMk/>
          <pc:sldMk cId="0" sldId="268"/>
        </pc:sldMkLst>
      </pc:sldChg>
      <pc:sldChg chg="modSp mod setBg">
        <pc:chgData name="용 최" userId="1589a7fea772e98f" providerId="LiveId" clId="{465AE703-AA2D-495B-8FBD-D8E5CDCF7249}" dt="2026-06-24T04:52:08.190" v="10"/>
        <pc:sldMkLst>
          <pc:docMk/>
          <pc:sldMk cId="0" sldId="269"/>
        </pc:sldMkLst>
        <pc:spChg chg="mod">
          <ac:chgData name="용 최" userId="1589a7fea772e98f" providerId="LiveId" clId="{465AE703-AA2D-495B-8FBD-D8E5CDCF7249}" dt="2026-06-24T04:51:53.946" v="8" actId="207"/>
          <ac:spMkLst>
            <pc:docMk/>
            <pc:sldMk cId="0" sldId="269"/>
            <ac:spMk id="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3922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411480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사이트 안 들어가도 끝나는 광고 관리법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3716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관리에 드는 시간을 최소화하는 효율 운영법을 익힌다.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99923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80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내용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66928" y="3474720"/>
            <a:ext cx="109728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매번 광고 사이트에 들어가지 않고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관리하는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루틴</a:t>
            </a:r>
            <a:endParaRPr lang="en-US" sz="1450" dirty="0">
              <a:solidFill>
                <a:srgbClr val="C9CBD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지표만 빠르게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점검하는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</a:t>
            </a:r>
            <a:endParaRPr lang="en-US" sz="1450" dirty="0">
              <a:solidFill>
                <a:srgbClr val="C9CBD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대비 효율 높은 관리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주기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일주일에 한번</a:t>
            </a:r>
            <a:r>
              <a:rPr lang="en-US" altLang="ko-KR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c_fire.png"/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9646920" y="960120"/>
            <a:ext cx="3108960" cy="3108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" y="777240"/>
            <a:ext cx="548640" cy="54864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1" descr="assets/ic_f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373" y="925373"/>
            <a:ext cx="252374" cy="25237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17320" y="777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CB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불사자 · 용감한 용팀장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77724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검색광고 활용 가이드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749808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광고관리</a:t>
            </a:r>
            <a:endParaRPr lang="en-US" sz="5200" dirty="0"/>
          </a:p>
        </p:txBody>
      </p:sp>
      <p:sp>
        <p:nvSpPr>
          <p:cNvPr id="8" name="Text 4"/>
          <p:cNvSpPr/>
          <p:nvPr/>
        </p:nvSpPr>
        <p:spPr>
          <a:xfrm>
            <a:off x="749808" y="37033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CB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 추가부터 데이터 관리까지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777240" y="4892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9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불사자 API 연동  ·  광고 세팅  ·  ROAS를 높이는 관리 3원칙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solidFill>
            <a:srgbClr val="1E213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여정 한눈에 보기</a:t>
            </a:r>
            <a:endParaRPr lang="en-US" sz="33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 연동 → 광고 세팅 → 테스트 → 데이터 관리. 이 한 사이클이 매출을 만듭니다.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487168" cy="3063240"/>
          </a:xfrm>
          <a:prstGeom prst="roundRect">
            <a:avLst>
              <a:gd name="adj" fmla="val 3676"/>
            </a:avLst>
          </a:prstGeom>
          <a:solidFill>
            <a:srgbClr val="1E2130"/>
          </a:solidFill>
          <a:ln w="12700">
            <a:solidFill>
              <a:srgbClr val="DDDEE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32688" y="2825496"/>
            <a:ext cx="566928" cy="566928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32688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64" dirty="0"/>
          </a:p>
        </p:txBody>
      </p:sp>
      <p:sp>
        <p:nvSpPr>
          <p:cNvPr id="8" name="Shape 6"/>
          <p:cNvSpPr/>
          <p:nvPr/>
        </p:nvSpPr>
        <p:spPr>
          <a:xfrm>
            <a:off x="2286000" y="2825496"/>
            <a:ext cx="548640" cy="54864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assets/ic_pl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133" y="2973629"/>
            <a:ext cx="252374" cy="25237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32688" y="361188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 추가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932688" y="4142232"/>
            <a:ext cx="1984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불사자에 네이버</a:t>
            </a:r>
            <a:endParaRPr lang="en-US" sz="1350" dirty="0">
              <a:solidFill>
                <a:schemeClr val="bg1"/>
              </a:solidFill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계정 연동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3090672" y="3589020"/>
            <a:ext cx="484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3538728" y="2514600"/>
            <a:ext cx="2487168" cy="3063240"/>
          </a:xfrm>
          <a:prstGeom prst="roundRect">
            <a:avLst>
              <a:gd name="adj" fmla="val 3676"/>
            </a:avLst>
          </a:prstGeom>
          <a:solidFill>
            <a:srgbClr val="1E2130"/>
          </a:solidFill>
          <a:ln w="12700">
            <a:solidFill>
              <a:srgbClr val="DDDEE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3831336" y="2825496"/>
            <a:ext cx="566928" cy="566928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3831336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64" dirty="0"/>
          </a:p>
        </p:txBody>
      </p:sp>
      <p:sp>
        <p:nvSpPr>
          <p:cNvPr id="16" name="Shape 13"/>
          <p:cNvSpPr/>
          <p:nvPr/>
        </p:nvSpPr>
        <p:spPr>
          <a:xfrm>
            <a:off x="5184648" y="2825496"/>
            <a:ext cx="548640" cy="54864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assets/ic_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781" y="2973629"/>
            <a:ext cx="252374" cy="25237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831336" y="361188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세팅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19" name="Text 15"/>
          <p:cNvSpPr/>
          <p:nvPr/>
        </p:nvSpPr>
        <p:spPr>
          <a:xfrm>
            <a:off x="3831336" y="4142232"/>
            <a:ext cx="1984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보고 직접</a:t>
            </a:r>
            <a:endParaRPr lang="en-US" sz="1350" dirty="0">
              <a:solidFill>
                <a:schemeClr val="bg1"/>
              </a:solidFill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세팅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20" name="Text 16"/>
          <p:cNvSpPr/>
          <p:nvPr/>
        </p:nvSpPr>
        <p:spPr>
          <a:xfrm>
            <a:off x="5989320" y="3589020"/>
            <a:ext cx="484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3000" dirty="0"/>
          </a:p>
        </p:txBody>
      </p:sp>
      <p:sp>
        <p:nvSpPr>
          <p:cNvPr id="21" name="Shape 17"/>
          <p:cNvSpPr/>
          <p:nvPr/>
        </p:nvSpPr>
        <p:spPr>
          <a:xfrm>
            <a:off x="6437376" y="2514600"/>
            <a:ext cx="2487168" cy="3063240"/>
          </a:xfrm>
          <a:prstGeom prst="roundRect">
            <a:avLst>
              <a:gd name="adj" fmla="val 3676"/>
            </a:avLst>
          </a:prstGeom>
          <a:solidFill>
            <a:srgbClr val="1E2130"/>
          </a:solidFill>
          <a:ln w="12700">
            <a:solidFill>
              <a:srgbClr val="DDDEE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6729984" y="2825496"/>
            <a:ext cx="566928" cy="566928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/>
          <p:nvPr/>
        </p:nvSpPr>
        <p:spPr>
          <a:xfrm>
            <a:off x="6729984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64" dirty="0"/>
          </a:p>
        </p:txBody>
      </p:sp>
      <p:sp>
        <p:nvSpPr>
          <p:cNvPr id="24" name="Shape 20"/>
          <p:cNvSpPr/>
          <p:nvPr/>
        </p:nvSpPr>
        <p:spPr>
          <a:xfrm>
            <a:off x="8083296" y="2825496"/>
            <a:ext cx="548640" cy="54864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2" descr="assets/ic_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1429" y="2973629"/>
            <a:ext cx="252374" cy="25237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729984" y="361188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 테스트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27" name="Text 22"/>
          <p:cNvSpPr/>
          <p:nvPr/>
        </p:nvSpPr>
        <p:spPr>
          <a:xfrm>
            <a:off x="6729984" y="4142232"/>
            <a:ext cx="1984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문의·주문 변화</a:t>
            </a:r>
            <a:endParaRPr lang="en-US" sz="1350" dirty="0">
              <a:solidFill>
                <a:schemeClr val="bg1"/>
              </a:solidFill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28" name="Text 23"/>
          <p:cNvSpPr/>
          <p:nvPr/>
        </p:nvSpPr>
        <p:spPr>
          <a:xfrm>
            <a:off x="8887968" y="3589020"/>
            <a:ext cx="484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3000" dirty="0"/>
          </a:p>
        </p:txBody>
      </p:sp>
      <p:sp>
        <p:nvSpPr>
          <p:cNvPr id="29" name="Shape 24"/>
          <p:cNvSpPr/>
          <p:nvPr/>
        </p:nvSpPr>
        <p:spPr>
          <a:xfrm>
            <a:off x="9336024" y="2514600"/>
            <a:ext cx="2487168" cy="3063240"/>
          </a:xfrm>
          <a:prstGeom prst="roundRect">
            <a:avLst>
              <a:gd name="adj" fmla="val 3676"/>
            </a:avLst>
          </a:prstGeom>
          <a:solidFill>
            <a:srgbClr val="1E2130"/>
          </a:solidFill>
          <a:ln w="12700">
            <a:solidFill>
              <a:srgbClr val="DDDEE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9628632" y="2825496"/>
            <a:ext cx="566928" cy="566928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/>
          <p:nvPr/>
        </p:nvSpPr>
        <p:spPr>
          <a:xfrm>
            <a:off x="9628632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64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64" dirty="0"/>
          </a:p>
        </p:txBody>
      </p:sp>
      <p:sp>
        <p:nvSpPr>
          <p:cNvPr id="32" name="Shape 27"/>
          <p:cNvSpPr/>
          <p:nvPr/>
        </p:nvSpPr>
        <p:spPr>
          <a:xfrm>
            <a:off x="10981944" y="2825496"/>
            <a:ext cx="548640" cy="54864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3" descr="assets/ic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0077" y="2973629"/>
            <a:ext cx="252374" cy="25237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628632" y="361188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관리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35" name="Text 29"/>
          <p:cNvSpPr/>
          <p:nvPr/>
        </p:nvSpPr>
        <p:spPr>
          <a:xfrm>
            <a:off x="9628632" y="4142232"/>
            <a:ext cx="1984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3원칙으로</a:t>
            </a:r>
            <a:endParaRPr lang="en-US" sz="1350" dirty="0">
              <a:solidFill>
                <a:schemeClr val="bg1"/>
              </a:solidFill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ROAS 개선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36" name="Text 30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072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· 불사자 네이버 광고 가이드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603504" cy="603504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2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52" dirty="0"/>
          </a:p>
        </p:txBody>
      </p:sp>
      <p:sp>
        <p:nvSpPr>
          <p:cNvPr id="4" name="Text 2"/>
          <p:cNvSpPr/>
          <p:nvPr/>
        </p:nvSpPr>
        <p:spPr>
          <a:xfrm>
            <a:off x="1371600" y="56692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87782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</a:t>
            </a:r>
            <a:r>
              <a:rPr lang="en-US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9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</a:t>
            </a:r>
            <a:r>
              <a:rPr lang="ko-KR" altLang="en-US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</a:t>
            </a:r>
            <a:r>
              <a:rPr lang="en-US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9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</a:t>
            </a:r>
            <a:r>
              <a:rPr lang="en-US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9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진입</a:t>
            </a:r>
            <a:r>
              <a:rPr lang="en-US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29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불사자</a:t>
            </a:r>
            <a:r>
              <a:rPr lang="ko-KR" altLang="en-US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연동 시작</a:t>
            </a:r>
            <a:r>
              <a:rPr lang="en-US" altLang="ko-KR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불사자 좌측 메뉴에서 </a:t>
            </a:r>
            <a:r>
              <a:rPr lang="en-US" sz="18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[그로스]</a:t>
            </a:r>
            <a:r>
              <a:rPr lang="en-US" sz="18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탭을 선택합니다.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9718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하단 </a:t>
            </a:r>
            <a:r>
              <a:rPr lang="en-US" sz="18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[광고관리]</a:t>
            </a:r>
            <a:r>
              <a:rPr lang="en-US" sz="18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영역에서 </a:t>
            </a:r>
            <a:r>
              <a:rPr lang="en-US" sz="18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[네이버 광고 관리]</a:t>
            </a:r>
            <a:r>
              <a:rPr lang="en-US" sz="18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를 클릭합니다.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6766560" cy="1371600"/>
          </a:xfrm>
          <a:prstGeom prst="roundRect">
            <a:avLst>
              <a:gd name="adj" fmla="val 6000"/>
            </a:avLst>
          </a:prstGeom>
          <a:solidFill>
            <a:srgbClr val="1E2130"/>
          </a:solidFill>
          <a:ln w="12700">
            <a:solidFill>
              <a:srgbClr val="E8CF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60120" y="4434840"/>
            <a:ext cx="502920" cy="502920"/>
          </a:xfrm>
          <a:prstGeom prst="ellipse">
            <a:avLst/>
          </a:prstGeom>
          <a:solidFill>
            <a:srgbClr val="1E213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assets/ic_bu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908" y="4570628"/>
            <a:ext cx="231343" cy="23134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27632" y="440740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시작합니다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627632" y="477316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계정 연동의 모든 작업은 [네이버 광고 관리] 메뉴 안에서 진행됩니다.</a:t>
            </a:r>
            <a:endParaRPr lang="en-US" sz="1300" dirty="0"/>
          </a:p>
        </p:txBody>
      </p:sp>
      <p:pic>
        <p:nvPicPr>
          <p:cNvPr id="13" name="Image 1" descr="assets/menu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1143000"/>
            <a:ext cx="1968255" cy="4572000"/>
          </a:xfrm>
          <a:prstGeom prst="rect">
            <a:avLst/>
          </a:prstGeom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pic>
      <p:sp>
        <p:nvSpPr>
          <p:cNvPr id="14" name="Text 10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· 불사자 네이버 광고 가이드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603504" cy="603504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2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52" dirty="0"/>
          </a:p>
        </p:txBody>
      </p:sp>
      <p:sp>
        <p:nvSpPr>
          <p:cNvPr id="4" name="Text 2"/>
          <p:cNvSpPr/>
          <p:nvPr/>
        </p:nvSpPr>
        <p:spPr>
          <a:xfrm>
            <a:off x="1371600" y="56692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87782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[+ 계정 추가] 버튼 클릭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광고 관리 화면 하단의 </a:t>
            </a:r>
            <a:r>
              <a:rPr lang="en-US" sz="19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[+ 계정 추가]</a:t>
            </a:r>
            <a:r>
              <a:rPr lang="en-US" sz="19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버튼을 클릭합니다.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85800" y="3063240"/>
            <a:ext cx="10817352" cy="2468880"/>
          </a:xfrm>
          <a:prstGeom prst="roundRect">
            <a:avLst>
              <a:gd name="adj" fmla="val 3704"/>
            </a:avLst>
          </a:prstGeom>
          <a:solidFill>
            <a:srgbClr val="1E2130"/>
          </a:solidFill>
          <a:ln w="12700">
            <a:solidFill>
              <a:srgbClr val="DDDEE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assets/add_bt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968" y="3472911"/>
            <a:ext cx="4937760" cy="1320353"/>
          </a:xfrm>
          <a:prstGeom prst="rect">
            <a:avLst/>
          </a:prstGeom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pic>
      <p:sp>
        <p:nvSpPr>
          <p:cNvPr id="9" name="Text 6"/>
          <p:cNvSpPr/>
          <p:nvPr/>
        </p:nvSpPr>
        <p:spPr>
          <a:xfrm>
            <a:off x="685800" y="502920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↑ 화면 아래쪽에 위치한 버튼입니다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· 불사자 네이버 광고 가이드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603504" cy="603504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2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52" dirty="0"/>
          </a:p>
        </p:txBody>
      </p:sp>
      <p:sp>
        <p:nvSpPr>
          <p:cNvPr id="4" name="Text 2"/>
          <p:cNvSpPr/>
          <p:nvPr/>
        </p:nvSpPr>
        <p:spPr>
          <a:xfrm>
            <a:off x="1371600" y="56692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87782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키 3개 입력 후 등록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85800" y="2240280"/>
            <a:ext cx="6903720" cy="713232"/>
          </a:xfrm>
          <a:prstGeom prst="roundRect">
            <a:avLst>
              <a:gd name="adj" fmla="val 8974"/>
            </a:avLst>
          </a:prstGeom>
          <a:solidFill>
            <a:srgbClr val="1E2130"/>
          </a:solidFill>
          <a:ln w="12700">
            <a:solidFill>
              <a:srgbClr val="DDDEE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68680" y="2404872"/>
            <a:ext cx="384048" cy="384048"/>
          </a:xfrm>
          <a:prstGeom prst="ellipse">
            <a:avLst/>
          </a:prstGeom>
          <a:solidFill>
            <a:srgbClr val="1E21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6868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24" dirty="0"/>
          </a:p>
        </p:txBody>
      </p:sp>
      <p:sp>
        <p:nvSpPr>
          <p:cNvPr id="9" name="Text 7"/>
          <p:cNvSpPr/>
          <p:nvPr/>
        </p:nvSpPr>
        <p:spPr>
          <a:xfrm>
            <a:off x="1417320" y="23134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 이름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069080" y="231343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입력 — 구분용 이름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3081528"/>
            <a:ext cx="6903720" cy="713232"/>
          </a:xfrm>
          <a:prstGeom prst="roundRect">
            <a:avLst>
              <a:gd name="adj" fmla="val 8974"/>
            </a:avLst>
          </a:prstGeom>
          <a:solidFill>
            <a:srgbClr val="1E2130"/>
          </a:solidFill>
          <a:ln w="12700">
            <a:solidFill>
              <a:srgbClr val="DDDEE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68680" y="3246120"/>
            <a:ext cx="384048" cy="384048"/>
          </a:xfrm>
          <a:prstGeom prst="ellipse">
            <a:avLst/>
          </a:prstGeom>
          <a:solidFill>
            <a:srgbClr val="1E21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6868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24" dirty="0"/>
          </a:p>
        </p:txBody>
      </p:sp>
      <p:sp>
        <p:nvSpPr>
          <p:cNvPr id="14" name="Text 12"/>
          <p:cNvSpPr/>
          <p:nvPr/>
        </p:nvSpPr>
        <p:spPr>
          <a:xfrm>
            <a:off x="1417320" y="3154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CUSTOMER_ID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069080" y="3154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 — 네이버에서 발급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922776"/>
            <a:ext cx="6903720" cy="713232"/>
          </a:xfrm>
          <a:prstGeom prst="roundRect">
            <a:avLst>
              <a:gd name="adj" fmla="val 8974"/>
            </a:avLst>
          </a:prstGeom>
          <a:solidFill>
            <a:srgbClr val="1E2130"/>
          </a:solidFill>
          <a:ln w="12700">
            <a:solidFill>
              <a:srgbClr val="DDDEE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68680" y="4087368"/>
            <a:ext cx="384048" cy="384048"/>
          </a:xfrm>
          <a:prstGeom prst="ellipse">
            <a:avLst/>
          </a:prstGeom>
          <a:solidFill>
            <a:srgbClr val="1E21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6868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24" dirty="0"/>
          </a:p>
        </p:txBody>
      </p:sp>
      <p:sp>
        <p:nvSpPr>
          <p:cNvPr id="19" name="Text 17"/>
          <p:cNvSpPr/>
          <p:nvPr/>
        </p:nvSpPr>
        <p:spPr>
          <a:xfrm>
            <a:off x="1417320" y="3995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액세스라이선스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4069080" y="39959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 — 네이버에서 발급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4764024"/>
            <a:ext cx="6903720" cy="713232"/>
          </a:xfrm>
          <a:prstGeom prst="roundRect">
            <a:avLst>
              <a:gd name="adj" fmla="val 8974"/>
            </a:avLst>
          </a:prstGeom>
          <a:solidFill>
            <a:srgbClr val="1E2130"/>
          </a:solidFill>
          <a:ln w="12700">
            <a:solidFill>
              <a:srgbClr val="DDDEE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868680" y="4928616"/>
            <a:ext cx="384048" cy="384048"/>
          </a:xfrm>
          <a:prstGeom prst="ellipse">
            <a:avLst/>
          </a:prstGeom>
          <a:solidFill>
            <a:srgbClr val="1E21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68680" y="4928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24" dirty="0"/>
          </a:p>
        </p:txBody>
      </p:sp>
      <p:sp>
        <p:nvSpPr>
          <p:cNvPr id="24" name="Text 22"/>
          <p:cNvSpPr/>
          <p:nvPr/>
        </p:nvSpPr>
        <p:spPr>
          <a:xfrm>
            <a:off x="1417320" y="483717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비밀키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4069080" y="483717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 — 네이버에서 발급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68680" y="5650992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후  </a:t>
            </a:r>
            <a:r>
              <a:rPr lang="en-US" sz="16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[연결 테스트 및 등록]</a:t>
            </a:r>
            <a:r>
              <a:rPr lang="en-US" sz="16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클릭</a:t>
            </a:r>
            <a:endParaRPr lang="en-US" sz="1600" dirty="0"/>
          </a:p>
        </p:txBody>
      </p:sp>
      <p:pic>
        <p:nvPicPr>
          <p:cNvPr id="27" name="Image 0" descr="assets/bulsaja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417320"/>
            <a:ext cx="3053532" cy="4572000"/>
          </a:xfrm>
          <a:prstGeom prst="rect">
            <a:avLst/>
          </a:prstGeom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pic>
      <p:sp>
        <p:nvSpPr>
          <p:cNvPr id="28" name="Text 25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· 불사자 네이버 광고 가이드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603504" cy="603504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2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52" dirty="0"/>
          </a:p>
        </p:txBody>
      </p:sp>
      <p:sp>
        <p:nvSpPr>
          <p:cNvPr id="4" name="Text 2"/>
          <p:cNvSpPr/>
          <p:nvPr/>
        </p:nvSpPr>
        <p:spPr>
          <a:xfrm>
            <a:off x="1371600" y="56692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87782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네이버에서 API 키 발급받기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371600" y="151790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광고주센터 &gt; 도구 &gt; SA API 사용 관리</a:t>
            </a:r>
            <a:endParaRPr lang="en-US" sz="1400" dirty="0"/>
          </a:p>
        </p:txBody>
      </p:sp>
      <p:pic>
        <p:nvPicPr>
          <p:cNvPr id="7" name="Image 0" descr="assets/naver_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011680"/>
            <a:ext cx="1338196" cy="3886200"/>
          </a:xfrm>
          <a:prstGeom prst="rect">
            <a:avLst/>
          </a:prstGeom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502920" y="5989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r>
              <a:rPr lang="en-US" sz="11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[도구] &gt; [SA API 사용 관리]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566160" y="1920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r>
              <a:rPr lang="en-US" sz="14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[네이버 검색광고 API 서비스 신청] 클릭 </a:t>
            </a:r>
            <a:r>
              <a:rPr lang="en-US" sz="14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(최초 1회)</a:t>
            </a:r>
            <a:endParaRPr lang="en-US" sz="1400" dirty="0"/>
          </a:p>
        </p:txBody>
      </p:sp>
      <p:pic>
        <p:nvPicPr>
          <p:cNvPr id="10" name="Image 1" descr="assets/api_app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2286000"/>
            <a:ext cx="6400800" cy="1994650"/>
          </a:xfrm>
          <a:prstGeom prst="rect">
            <a:avLst/>
          </a:prstGeom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11" name="Text 7"/>
          <p:cNvSpPr/>
          <p:nvPr/>
        </p:nvSpPr>
        <p:spPr>
          <a:xfrm>
            <a:off x="3566160" y="455497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r>
              <a:rPr lang="en-US" sz="14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CUSTOMER_ID · 액세스라이선스 · 비밀키</a:t>
            </a: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확인 → 불사자에 입력</a:t>
            </a:r>
            <a:endParaRPr lang="en-US" sz="1400" dirty="0"/>
          </a:p>
        </p:txBody>
      </p:sp>
      <p:pic>
        <p:nvPicPr>
          <p:cNvPr id="12" name="Image 2" descr="assets/api_key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4920730"/>
            <a:ext cx="6400800" cy="1380954"/>
          </a:xfrm>
          <a:prstGeom prst="rect">
            <a:avLst/>
          </a:prstGeom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13" name="Text 8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· 불사자 네이버 광고 가이드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77240"/>
            <a:ext cx="640080" cy="64008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assets/ic_youtu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062" y="950062"/>
            <a:ext cx="294437" cy="2944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777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CB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세팅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77240" y="214884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세팅은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보고 직접 따라하기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04672" y="4160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AEB0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 연동까지 끝났다면 이제 광고를 세팅할 차례입니다.</a:t>
            </a:r>
            <a:endParaRPr lang="en-US" sz="17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AEB0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영상을 꼭 보고, 직접 따라 세팅해 보세요.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823960" y="2011680"/>
            <a:ext cx="274320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assets/yt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2331720"/>
            <a:ext cx="2011680" cy="20116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823960" y="4434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B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유튜브에서 보기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823960" y="4754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72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youtu.be/aFBl70QQaAo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AFTER SETUP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세팅 후, 최소 1주일은 테스트 기간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383280" cy="3657600"/>
          </a:xfrm>
          <a:prstGeom prst="roundRect">
            <a:avLst>
              <a:gd name="adj" fmla="val 3243"/>
            </a:avLst>
          </a:prstGeom>
          <a:solidFill>
            <a:srgbClr val="141621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60120" y="2377440"/>
            <a:ext cx="548640" cy="54864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assets/ic_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3" y="252557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15468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7일</a:t>
            </a:r>
            <a:endParaRPr lang="en-US" sz="8000" dirty="0"/>
          </a:p>
        </p:txBody>
      </p:sp>
      <p:sp>
        <p:nvSpPr>
          <p:cNvPr id="8" name="Text 5"/>
          <p:cNvSpPr/>
          <p:nvPr/>
        </p:nvSpPr>
        <p:spPr>
          <a:xfrm>
            <a:off x="640080" y="4434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CB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기간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4937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이후 반드시 데이터 분석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34840" y="2194560"/>
            <a:ext cx="7086600" cy="1078992"/>
          </a:xfrm>
          <a:prstGeom prst="roundRect">
            <a:avLst>
              <a:gd name="adj" fmla="val 7627"/>
            </a:avLst>
          </a:prstGeom>
          <a:solidFill>
            <a:srgbClr val="1E2130"/>
          </a:solidFill>
          <a:ln w="12700">
            <a:solidFill>
              <a:srgbClr val="DDDEE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681728" y="2487168"/>
            <a:ext cx="502920" cy="50292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4681728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10" dirty="0"/>
          </a:p>
        </p:txBody>
      </p:sp>
      <p:sp>
        <p:nvSpPr>
          <p:cNvPr id="13" name="Text 10"/>
          <p:cNvSpPr/>
          <p:nvPr/>
        </p:nvSpPr>
        <p:spPr>
          <a:xfrm>
            <a:off x="5413248" y="235915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세팅 후 약 일주일은 테스트 기간으로 둡니다.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5413248" y="276148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성과를 판단하기엔 데이터가 더 쌓여야 합니다.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434840" y="3401568"/>
            <a:ext cx="7086600" cy="1078992"/>
          </a:xfrm>
          <a:prstGeom prst="roundRect">
            <a:avLst>
              <a:gd name="adj" fmla="val 7627"/>
            </a:avLst>
          </a:prstGeom>
          <a:solidFill>
            <a:srgbClr val="1E2130"/>
          </a:solidFill>
          <a:ln w="12700">
            <a:solidFill>
              <a:srgbClr val="DDDEE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681728" y="3694176"/>
            <a:ext cx="502920" cy="50292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4681728" y="3694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10" dirty="0"/>
          </a:p>
        </p:txBody>
      </p:sp>
      <p:sp>
        <p:nvSpPr>
          <p:cNvPr id="18" name="Text 15"/>
          <p:cNvSpPr/>
          <p:nvPr/>
        </p:nvSpPr>
        <p:spPr>
          <a:xfrm>
            <a:off x="5413248" y="35661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문의·주문량이 조금이라도 늘면 정상입니다.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5413248" y="396849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당연한 이야기지만, 평소보다 반응이 커져야 맞습니다.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434840" y="4608576"/>
            <a:ext cx="7086600" cy="1078992"/>
          </a:xfrm>
          <a:prstGeom prst="roundRect">
            <a:avLst>
              <a:gd name="adj" fmla="val 7627"/>
            </a:avLst>
          </a:prstGeom>
          <a:solidFill>
            <a:srgbClr val="1E2130"/>
          </a:solidFill>
          <a:ln w="12700">
            <a:solidFill>
              <a:srgbClr val="DDDEE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4681728" y="4901184"/>
            <a:ext cx="502920" cy="50292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4681728" y="4901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10" dirty="0"/>
          </a:p>
        </p:txBody>
      </p:sp>
      <p:sp>
        <p:nvSpPr>
          <p:cNvPr id="23" name="Text 20"/>
          <p:cNvSpPr/>
          <p:nvPr/>
        </p:nvSpPr>
        <p:spPr>
          <a:xfrm>
            <a:off x="5413248" y="477316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1주일 뒤에는 반드시 데이터 분석을 진행합니다.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5413248" y="517550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테스트로 끝내지 말고, 숫자를 보고 관리로 넘어갑니다.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· 불사자 네이버 광고 가이드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MINDSET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소싱보다 '기존 상품 관리'가 먼저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상품 소싱·업로드도 중요하지만, 이미 등록된 상품을 잘 관리하는 것이 더 중요합니다. 시간이 지날수록 기존 상품 관리만으로 바빠지는 게 정상입니다.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관리는 '노출 → 클릭 → 전환' 단계별로 데이터를 보고 손봅니다.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3520440" cy="2788920"/>
          </a:xfrm>
          <a:prstGeom prst="roundRect">
            <a:avLst>
              <a:gd name="adj" fmla="val 3607"/>
            </a:avLst>
          </a:prstGeom>
          <a:solidFill>
            <a:srgbClr val="1E2130"/>
          </a:solidFill>
          <a:ln w="12700">
            <a:solidFill>
              <a:srgbClr val="DDDEE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60120" y="3611880"/>
            <a:ext cx="731520" cy="73152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assets/ic_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630" y="3809390"/>
            <a:ext cx="336499" cy="33649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3657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원칙 ①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874520" y="39502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</a:t>
            </a:r>
            <a:r>
              <a:rPr lang="ko-KR" altLang="en-US" sz="21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</a:t>
            </a:r>
            <a:r>
              <a:rPr lang="en-US" sz="21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단계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960120" y="4709160"/>
            <a:ext cx="2880360" cy="0"/>
          </a:xfrm>
          <a:prstGeom prst="line">
            <a:avLst/>
          </a:prstGeom>
          <a:noFill/>
          <a:ln w="12700">
            <a:solidFill>
              <a:srgbClr val="DDDE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987552" y="482803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  </a:t>
            </a:r>
            <a:r>
              <a:rPr lang="en-US" sz="14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노출이 0인 상품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87552" y="53035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처방  </a:t>
            </a:r>
            <a:r>
              <a:rPr lang="en-US" sz="14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CPC 단가 인상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142232" y="4229100"/>
            <a:ext cx="448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4572000" y="3291840"/>
            <a:ext cx="3520440" cy="2788920"/>
          </a:xfrm>
          <a:prstGeom prst="roundRect">
            <a:avLst>
              <a:gd name="adj" fmla="val 3607"/>
            </a:avLst>
          </a:prstGeom>
          <a:solidFill>
            <a:srgbClr val="1E2130"/>
          </a:solidFill>
          <a:ln w="12700">
            <a:solidFill>
              <a:srgbClr val="DDDEE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892040" y="3611880"/>
            <a:ext cx="731520" cy="73152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assets/ic_cli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550" y="3809390"/>
            <a:ext cx="336499" cy="33649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806440" y="3657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원칙 ②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806440" y="39502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 단계</a:t>
            </a:r>
            <a:endParaRPr lang="en-US" sz="2100" dirty="0"/>
          </a:p>
        </p:txBody>
      </p:sp>
      <p:sp>
        <p:nvSpPr>
          <p:cNvPr id="20" name="Shape 16"/>
          <p:cNvSpPr/>
          <p:nvPr/>
        </p:nvSpPr>
        <p:spPr>
          <a:xfrm>
            <a:off x="4892040" y="4709160"/>
            <a:ext cx="2880360" cy="0"/>
          </a:xfrm>
          <a:prstGeom prst="line">
            <a:avLst/>
          </a:prstGeom>
          <a:noFill/>
          <a:ln w="12700">
            <a:solidFill>
              <a:srgbClr val="DDDE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4919472" y="482803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  </a:t>
            </a:r>
            <a:r>
              <a:rPr lang="en-US" sz="14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노출돼도 클릭 X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4919472" y="53035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처방  </a:t>
            </a:r>
            <a:r>
              <a:rPr lang="en-US" sz="14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썸네일 개선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8074152" y="4229100"/>
            <a:ext cx="448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800" dirty="0"/>
          </a:p>
        </p:txBody>
      </p:sp>
      <p:sp>
        <p:nvSpPr>
          <p:cNvPr id="24" name="Shape 20"/>
          <p:cNvSpPr/>
          <p:nvPr/>
        </p:nvSpPr>
        <p:spPr>
          <a:xfrm>
            <a:off x="8503920" y="3291840"/>
            <a:ext cx="3520440" cy="2788920"/>
          </a:xfrm>
          <a:prstGeom prst="roundRect">
            <a:avLst>
              <a:gd name="adj" fmla="val 3607"/>
            </a:avLst>
          </a:prstGeom>
          <a:solidFill>
            <a:srgbClr val="1E2130"/>
          </a:solidFill>
          <a:ln w="12700">
            <a:solidFill>
              <a:srgbClr val="DDDEE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/>
          <p:cNvSpPr/>
          <p:nvPr/>
        </p:nvSpPr>
        <p:spPr>
          <a:xfrm>
            <a:off x="8823960" y="3611880"/>
            <a:ext cx="731520" cy="73152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2" descr="assets/ic_c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1470" y="3809390"/>
            <a:ext cx="336499" cy="336499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738360" y="3657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원칙 ③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9738360" y="39502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 단계</a:t>
            </a:r>
            <a:endParaRPr lang="en-US" sz="2100" dirty="0"/>
          </a:p>
        </p:txBody>
      </p:sp>
      <p:sp>
        <p:nvSpPr>
          <p:cNvPr id="29" name="Shape 24"/>
          <p:cNvSpPr/>
          <p:nvPr/>
        </p:nvSpPr>
        <p:spPr>
          <a:xfrm>
            <a:off x="8823960" y="4709160"/>
            <a:ext cx="2880360" cy="0"/>
          </a:xfrm>
          <a:prstGeom prst="line">
            <a:avLst/>
          </a:prstGeom>
          <a:noFill/>
          <a:ln w="12700">
            <a:solidFill>
              <a:srgbClr val="DDDE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/>
          <p:nvPr/>
        </p:nvSpPr>
        <p:spPr>
          <a:xfrm>
            <a:off x="8851392" y="482803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  </a:t>
            </a:r>
            <a:r>
              <a:rPr lang="en-US" sz="14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클릭돼도 판매 X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8851392" y="53035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처방  </a:t>
            </a:r>
            <a:r>
              <a:rPr lang="en-US" sz="14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상세·옵션</a:t>
            </a:r>
            <a:r>
              <a:rPr lang="en-US" sz="14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r>
              <a:rPr lang="ko-KR" altLang="en-US" sz="14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제외</a:t>
            </a:r>
            <a:r>
              <a:rPr lang="en-US" sz="14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</a:t>
            </a:r>
            <a:r>
              <a:rPr lang="en-US" sz="14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점검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· 불사자 네이버 광고 가이드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841248" cy="841248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assets/ic_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217" y="830641"/>
            <a:ext cx="386974" cy="3869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60350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원칙 eye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664208" y="950976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 0 → CPC를 10원씩 올린다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713232" y="2624328"/>
            <a:ext cx="146304" cy="146304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1024128" y="2496312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1주일간 광고 노출이 '0'인 상품 데이터를 찾습니다.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13232" y="3520440"/>
            <a:ext cx="146304" cy="146304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1024128" y="3392424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CPC 단가를 10원씩 올리며 노출이 시작되도록 관리합니다.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13232" y="4416552"/>
            <a:ext cx="146304" cy="146304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1024128" y="4288536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노출이 잡힐 때까지 조금씩 반복해 조정합니다.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8275320" y="2514600"/>
            <a:ext cx="3246120" cy="3063240"/>
          </a:xfrm>
          <a:prstGeom prst="roundRect">
            <a:avLst>
              <a:gd name="adj" fmla="val 3582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275320" y="27889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C9CB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기준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366760" y="32004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CPC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+10원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8366760" y="48006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노출될 때까지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단계적으로 인상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· 불사자 네이버 광고 가이드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841248" cy="841248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assets/ic_cl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217" y="830641"/>
            <a:ext cx="386974" cy="3869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60350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원칙 click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664208" y="950976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클릭률 1% 미만 → 썸네일을 손본다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713232" y="2624328"/>
            <a:ext cx="146304" cy="146304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1024128" y="2496312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노출은 되는데 클릭이 안 되는 상품을 찾습니다.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13232" y="3520440"/>
            <a:ext cx="146304" cy="146304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1024128" y="3392424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관리 기준: 클릭률(CTR)이 1% 미만이면 주의 대상입니다.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13232" y="4416552"/>
            <a:ext cx="146304" cy="146304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1024128" y="4288536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상품은 썸네일을 개선하는 것을 추천합니다.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8275320" y="2514600"/>
            <a:ext cx="3246120" cy="3063240"/>
          </a:xfrm>
          <a:prstGeom prst="roundRect">
            <a:avLst>
              <a:gd name="adj" fmla="val 3582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275320" y="27889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C9CB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기준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366760" y="32004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CTR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&lt; 1%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8366760" y="48006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1% 미만이면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썸네일 개선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· 불사자 네이버 광고 가이드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sp>
        <p:nvSpPr>
          <p:cNvPr id="18" name="TipCard">
            <a:extLst>
              <a:ext uri="{FF2B5EF4-FFF2-40B4-BE49-F238E27FC236}">
                <a16:creationId xmlns:a16="http://schemas.microsoft.com/office/drawing/2014/main" id="{7E032809-FD6C-4EB6-BCB7-561A1C6FBBD8}"/>
              </a:ext>
            </a:extLst>
          </p:cNvPr>
          <p:cNvSpPr/>
          <p:nvPr/>
        </p:nvSpPr>
        <p:spPr>
          <a:xfrm>
            <a:off x="635000" y="5461000"/>
            <a:ext cx="7162800" cy="838200"/>
          </a:xfrm>
          <a:prstGeom prst="roundRect">
            <a:avLst/>
          </a:prstGeom>
          <a:solidFill>
            <a:srgbClr val="2226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ipBar">
            <a:extLst>
              <a:ext uri="{FF2B5EF4-FFF2-40B4-BE49-F238E27FC236}">
                <a16:creationId xmlns:a16="http://schemas.microsoft.com/office/drawing/2014/main" id="{F8B93696-78DF-430B-A8F4-387C287D4A49}"/>
              </a:ext>
            </a:extLst>
          </p:cNvPr>
          <p:cNvSpPr/>
          <p:nvPr/>
        </p:nvSpPr>
        <p:spPr>
          <a:xfrm>
            <a:off x="635000" y="5461000"/>
            <a:ext cx="76200" cy="838200"/>
          </a:xfrm>
          <a:prstGeom prst="rect">
            <a:avLst/>
          </a:prstGeom>
          <a:solidFill>
            <a:srgbClr val="C75B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ipLabel">
            <a:extLst>
              <a:ext uri="{FF2B5EF4-FFF2-40B4-BE49-F238E27FC236}">
                <a16:creationId xmlns:a16="http://schemas.microsoft.com/office/drawing/2014/main" id="{40957A12-6736-4B76-8C72-D5C49AB79BE3}"/>
              </a:ext>
            </a:extLst>
          </p:cNvPr>
          <p:cNvSpPr txBox="1"/>
          <p:nvPr/>
        </p:nvSpPr>
        <p:spPr>
          <a:xfrm>
            <a:off x="889000" y="55626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C75B6E"/>
                </a:solidFill>
                <a:latin typeface="맑은 고딕"/>
                <a:ea typeface="맑은 고딕"/>
              </a:rPr>
              <a:t>추가 꿀팁</a:t>
            </a:r>
          </a:p>
        </p:txBody>
      </p:sp>
      <p:sp>
        <p:nvSpPr>
          <p:cNvPr id="21" name="TipBody">
            <a:extLst>
              <a:ext uri="{FF2B5EF4-FFF2-40B4-BE49-F238E27FC236}">
                <a16:creationId xmlns:a16="http://schemas.microsoft.com/office/drawing/2014/main" id="{0FE36514-2FFF-4D94-BF75-6BD66895CF53}"/>
              </a:ext>
            </a:extLst>
          </p:cNvPr>
          <p:cNvSpPr txBox="1"/>
          <p:nvPr/>
        </p:nvSpPr>
        <p:spPr>
          <a:xfrm>
            <a:off x="889000" y="5816600"/>
            <a:ext cx="67056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EAE8F0"/>
                </a:solidFill>
                <a:latin typeface="맑은 고딕"/>
                <a:ea typeface="맑은 고딕"/>
              </a:rPr>
              <a:t>클릭률이 높은</a:t>
            </a:r>
            <a:r>
              <a:rPr lang="en-US" altLang="ko-KR" sz="1400">
                <a:solidFill>
                  <a:srgbClr val="EAE8F0"/>
                </a:solidFill>
                <a:latin typeface="맑은 고딕"/>
                <a:ea typeface="맑은 고딕"/>
              </a:rPr>
              <a:t>(2% </a:t>
            </a:r>
            <a:r>
              <a:rPr lang="ko-KR" altLang="en-US" sz="1400">
                <a:solidFill>
                  <a:srgbClr val="EAE8F0"/>
                </a:solidFill>
                <a:latin typeface="맑은 고딕"/>
                <a:ea typeface="맑은 고딕"/>
              </a:rPr>
              <a:t>이상</a:t>
            </a:r>
            <a:r>
              <a:rPr lang="en-US" altLang="ko-KR" sz="1400">
                <a:solidFill>
                  <a:srgbClr val="EAE8F0"/>
                </a:solidFill>
                <a:latin typeface="맑은 고딕"/>
                <a:ea typeface="맑은 고딕"/>
              </a:rPr>
              <a:t>) </a:t>
            </a:r>
            <a:r>
              <a:rPr lang="ko-KR" altLang="en-US" sz="1400">
                <a:solidFill>
                  <a:srgbClr val="EAE8F0"/>
                </a:solidFill>
                <a:latin typeface="맑은 고딕"/>
                <a:ea typeface="맑은 고딕"/>
              </a:rPr>
              <a:t>제품은 상세페이지와 옵션이 깔끔하게 잘 되어 있는지 확인하면 매출을 올리는 데 큰 도움이 됩니다</a:t>
            </a:r>
            <a:r>
              <a:rPr lang="en-US" altLang="ko-KR" sz="1400">
                <a:solidFill>
                  <a:srgbClr val="EAE8F0"/>
                </a:solidFill>
                <a:latin typeface="맑은 고딕"/>
                <a:ea typeface="맑은 고딕"/>
              </a:rPr>
              <a:t>.</a:t>
            </a:r>
            <a:endParaRPr lang="ko-KR" altLang="en-US" sz="1400">
              <a:solidFill>
                <a:srgbClr val="EAE8F0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841248" cy="841248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assets/ic_c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217" y="830641"/>
            <a:ext cx="386974" cy="3869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60350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원칙 ③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664208" y="95097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클릭은 받는데 안 팔린다 → 상세·옵션·키워드 점검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640080" y="2240280"/>
            <a:ext cx="5285232" cy="2423160"/>
          </a:xfrm>
          <a:prstGeom prst="roundRect">
            <a:avLst>
              <a:gd name="adj" fmla="val 3774"/>
            </a:avLst>
          </a:prstGeom>
          <a:solidFill>
            <a:srgbClr val="1E2130"/>
          </a:solidFill>
          <a:ln w="12700">
            <a:solidFill>
              <a:srgbClr val="DDDEE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932688" y="2514600"/>
            <a:ext cx="566928" cy="566928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assets/ic_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759" y="2667671"/>
            <a:ext cx="260787" cy="2607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254203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상세페이지 · 옵션명 점검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1005840" y="32461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전환율 4~5% 이상을 목표로 합니다.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 20~30회에도 한 번도 안 팔린 상품을 손봅니다.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상세페이지와 옵션명을 점검·개선합니다.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263640" y="2240280"/>
            <a:ext cx="5285232" cy="2423160"/>
          </a:xfrm>
          <a:prstGeom prst="roundRect">
            <a:avLst>
              <a:gd name="adj" fmla="val 3774"/>
            </a:avLst>
          </a:prstGeom>
          <a:solidFill>
            <a:srgbClr val="1E2130"/>
          </a:solidFill>
          <a:ln w="12700">
            <a:solidFill>
              <a:srgbClr val="DDDEE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6556248" y="2514600"/>
            <a:ext cx="566928" cy="566928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assets/ic_b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319" y="2667671"/>
            <a:ext cx="260787" cy="26078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69480" y="254203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제외 키워드 관리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6629400" y="32461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키워드로 노출됐는지 확인합니다.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상품과 무관한 키워드는 [제외 단어]에 추가합니다.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무관한 노출은 광고비만 새는 것입니다.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40080" y="489204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141621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914400" y="5102352"/>
            <a:ext cx="548640" cy="54864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assets/ic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533" y="5250485"/>
            <a:ext cx="252374" cy="25237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489204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9CB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 </a:t>
            </a: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불필요한 광고비 낭비를 막아, ROAS를 점점 높게 가져갑니다.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 · 불사자 네이버 광고 가이드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0972800" y="641908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77240"/>
            <a:ext cx="640080" cy="64008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assets/ic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062" y="950062"/>
            <a:ext cx="294437" cy="2944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777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CB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불사자 통합관리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77240" y="18288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모든 관리,</a:t>
            </a:r>
            <a:endParaRPr lang="en-US" sz="4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불사자 안에서 한 번에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04672" y="37033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AEB0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노출·클릭·전환 관리를 불사자에서 통합 관리할 수 있도록</a:t>
            </a:r>
            <a:endParaRPr lang="en-US" sz="17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AEB0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광고대행사와 함께 개발하고 있습니다.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732520" y="1783080"/>
            <a:ext cx="2834640" cy="1078992"/>
          </a:xfrm>
          <a:prstGeom prst="roundRect">
            <a:avLst>
              <a:gd name="adj" fmla="val 8475"/>
            </a:avLst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9006840" y="19293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6D9D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006840" y="22951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체험판으로 사용 가능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8732520" y="3063240"/>
            <a:ext cx="2834640" cy="1078992"/>
          </a:xfrm>
          <a:prstGeom prst="roundRect">
            <a:avLst>
              <a:gd name="adj" fmla="val 8475"/>
            </a:avLst>
          </a:prstGeom>
          <a:solidFill>
            <a:srgbClr val="20222E"/>
          </a:solidFill>
          <a:ln w="12700">
            <a:solidFill>
              <a:srgbClr val="343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9006840" y="32095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9CB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정식 사용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006840" y="35753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광고대행사 등록 시 사용 가능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8732520" y="4343400"/>
            <a:ext cx="2834640" cy="1078992"/>
          </a:xfrm>
          <a:prstGeom prst="roundRect">
            <a:avLst>
              <a:gd name="adj" fmla="val 8475"/>
            </a:avLst>
          </a:prstGeom>
          <a:solidFill>
            <a:srgbClr val="20222E"/>
          </a:solidFill>
          <a:ln w="12700">
            <a:solidFill>
              <a:srgbClr val="343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9006840" y="44897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9CB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대행사 등록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006840" y="485546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사항은 추후 공지 예정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04672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용팀장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CB4405C-350D-4845-B905-C47189C122D4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02792549-02a5-401e-9003-4d89c971453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3123</Words>
  <Application>Microsoft Office PowerPoint</Application>
  <PresentationFormat>와이드스크린</PresentationFormat>
  <Paragraphs>623</Paragraphs>
  <Slides>50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4" baseType="lpstr">
      <vt:lpstr>맑은 고딕</vt:lpstr>
      <vt:lpstr>맞은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용 최</cp:lastModifiedBy>
  <cp:revision>1</cp:revision>
  <dcterms:created xsi:type="dcterms:W3CDTF">2026-06-24T04:42:06Z</dcterms:created>
  <dcterms:modified xsi:type="dcterms:W3CDTF">2026-06-26T14:33:42Z</dcterms:modified>
</cp:coreProperties>
</file>