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9" r:id="rId6"/>
    <p:sldId id="283" r:id="rId7"/>
    <p:sldId id="28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7C0C8-7DE3-48A2-B9A7-D2D06C6D6F39}" v="1" dt="2026-06-19T05:54:59.872"/>
    <p1510:client id="{7C0CA53F-1C45-4A99-856A-0CAF1B68022D}" v="1" dt="2026-06-19T12:52:1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14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알려드리는 필터 기준은 절대적인 기준은 아님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원리를 이해해야 하는데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해당 키워드로 현재 등록되어 있는 상품수가 작을수록</a:t>
            </a:r>
            <a:endParaRPr lang="en-US" altLang="ko-KR" dirty="0"/>
          </a:p>
          <a:p>
            <a:r>
              <a:rPr lang="ko-KR" altLang="en-US" dirty="0"/>
              <a:t>상위 노출에 유리하고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해외배송 비율이 높을수록 국내 상품이 적어지니까 해외 상품들과 경쟁할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 노출을 늘리고 싶으면 </a:t>
            </a:r>
            <a:r>
              <a:rPr lang="ko-KR" altLang="en-US" dirty="0" err="1"/>
              <a:t>검색량을</a:t>
            </a:r>
            <a:r>
              <a:rPr lang="ko-KR" altLang="en-US" dirty="0"/>
              <a:t> </a:t>
            </a:r>
            <a:r>
              <a:rPr lang="en-US" altLang="ko-KR" dirty="0"/>
              <a:t>100~200 </a:t>
            </a:r>
            <a:r>
              <a:rPr lang="ko-KR" altLang="en-US" dirty="0"/>
              <a:t>이상 등으로 올려보는 등으로</a:t>
            </a:r>
            <a:r>
              <a:rPr lang="en-US" altLang="ko-KR" dirty="0"/>
              <a:t> </a:t>
            </a:r>
            <a:r>
              <a:rPr lang="ko-KR" altLang="en-US" dirty="0"/>
              <a:t>조정하면서</a:t>
            </a:r>
            <a:endParaRPr lang="en-US" altLang="ko-KR" dirty="0"/>
          </a:p>
          <a:p>
            <a:r>
              <a:rPr lang="ko-KR" altLang="en-US" dirty="0"/>
              <a:t>좋은 상품을 찾아보면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네이버 가격비교에서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화장대겸컴퓨터책상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검색해보면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페이지 </a:t>
            </a:r>
            <a:r>
              <a:rPr lang="en-US" altLang="ko-KR" dirty="0"/>
              <a:t>40</a:t>
            </a:r>
            <a:r>
              <a:rPr lang="ko-KR" altLang="en-US" dirty="0"/>
              <a:t>개 중 </a:t>
            </a:r>
            <a:r>
              <a:rPr lang="en-US" altLang="ko-KR" dirty="0"/>
              <a:t>22</a:t>
            </a:r>
            <a:r>
              <a:rPr lang="ko-KR" altLang="en-US" dirty="0"/>
              <a:t>개가 해외 상품임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진짜 이 키워드와 동일한 상품을 </a:t>
            </a:r>
            <a:r>
              <a:rPr lang="ko-KR" altLang="en-US" dirty="0" err="1"/>
              <a:t>파는게</a:t>
            </a:r>
            <a:r>
              <a:rPr lang="ko-KR" altLang="en-US" dirty="0"/>
              <a:t> </a:t>
            </a:r>
            <a:r>
              <a:rPr lang="ko-KR" altLang="en-US" dirty="0" err="1"/>
              <a:t>중요한게</a:t>
            </a:r>
            <a:r>
              <a:rPr lang="ko-KR" altLang="en-US" dirty="0"/>
              <a:t> 아니고</a:t>
            </a:r>
            <a:endParaRPr lang="en-US" altLang="ko-KR" dirty="0"/>
          </a:p>
          <a:p>
            <a:r>
              <a:rPr lang="ko-KR" altLang="en-US" dirty="0"/>
              <a:t>키워드와 </a:t>
            </a:r>
            <a:r>
              <a:rPr lang="ko-KR" altLang="en-US" dirty="0" err="1"/>
              <a:t>쪼금</a:t>
            </a:r>
            <a:r>
              <a:rPr lang="ko-KR" altLang="en-US" dirty="0"/>
              <a:t> 다르더라도</a:t>
            </a:r>
            <a:r>
              <a:rPr lang="en-US" altLang="ko-KR" dirty="0"/>
              <a:t>, </a:t>
            </a:r>
            <a:r>
              <a:rPr lang="ko-KR" altLang="en-US" dirty="0"/>
              <a:t>이 키워드로 검색했을 때</a:t>
            </a:r>
            <a:r>
              <a:rPr lang="en-US" altLang="ko-KR" dirty="0"/>
              <a:t>, </a:t>
            </a:r>
            <a:r>
              <a:rPr lang="ko-KR" altLang="en-US" dirty="0"/>
              <a:t>내 상품이 뜨게 </a:t>
            </a:r>
            <a:r>
              <a:rPr lang="ko-KR" altLang="en-US" dirty="0" err="1"/>
              <a:t>하는게</a:t>
            </a:r>
            <a:r>
              <a:rPr lang="ko-KR" altLang="en-US" dirty="0"/>
              <a:t> 중요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53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알려드리는 필터 기준은 절대적인 기준은 아님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원리를 이해해야 하는데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해당 키워드로 현재 등록되어 있는 상품수가 작을수록</a:t>
            </a:r>
            <a:endParaRPr lang="en-US" altLang="ko-KR" dirty="0"/>
          </a:p>
          <a:p>
            <a:r>
              <a:rPr lang="ko-KR" altLang="en-US" dirty="0"/>
              <a:t>상위 노출에 유리하고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해외배송 비율이 높을수록 국내 상품이 적어지니까 해외 상품들과 경쟁할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 노출을 늘리고 싶으면 </a:t>
            </a:r>
            <a:r>
              <a:rPr lang="ko-KR" altLang="en-US" dirty="0" err="1"/>
              <a:t>검색량을</a:t>
            </a:r>
            <a:r>
              <a:rPr lang="ko-KR" altLang="en-US" dirty="0"/>
              <a:t> </a:t>
            </a:r>
            <a:r>
              <a:rPr lang="en-US" altLang="ko-KR" dirty="0"/>
              <a:t>100~200 </a:t>
            </a:r>
            <a:r>
              <a:rPr lang="ko-KR" altLang="en-US" dirty="0"/>
              <a:t>이상 등으로 올려보는 등으로</a:t>
            </a:r>
            <a:r>
              <a:rPr lang="en-US" altLang="ko-KR" dirty="0"/>
              <a:t> </a:t>
            </a:r>
            <a:r>
              <a:rPr lang="ko-KR" altLang="en-US" dirty="0"/>
              <a:t>조정하면서</a:t>
            </a:r>
            <a:endParaRPr lang="en-US" altLang="ko-KR" dirty="0"/>
          </a:p>
          <a:p>
            <a:r>
              <a:rPr lang="ko-KR" altLang="en-US" dirty="0"/>
              <a:t>좋은 상품을 찾아보면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네이버 가격비교에서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화장대겸컴퓨터책상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검색해보면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페이지 </a:t>
            </a:r>
            <a:r>
              <a:rPr lang="en-US" altLang="ko-KR" dirty="0"/>
              <a:t>40</a:t>
            </a:r>
            <a:r>
              <a:rPr lang="ko-KR" altLang="en-US" dirty="0"/>
              <a:t>개 중 </a:t>
            </a:r>
            <a:r>
              <a:rPr lang="en-US" altLang="ko-KR" dirty="0"/>
              <a:t>22</a:t>
            </a:r>
            <a:r>
              <a:rPr lang="ko-KR" altLang="en-US" dirty="0"/>
              <a:t>개가 해외 상품임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진짜 이 키워드와 동일한 상품을 </a:t>
            </a:r>
            <a:r>
              <a:rPr lang="ko-KR" altLang="en-US" dirty="0" err="1"/>
              <a:t>파는게</a:t>
            </a:r>
            <a:r>
              <a:rPr lang="ko-KR" altLang="en-US" dirty="0"/>
              <a:t> </a:t>
            </a:r>
            <a:r>
              <a:rPr lang="ko-KR" altLang="en-US" dirty="0" err="1"/>
              <a:t>중요한게</a:t>
            </a:r>
            <a:r>
              <a:rPr lang="ko-KR" altLang="en-US" dirty="0"/>
              <a:t> 아니고</a:t>
            </a:r>
            <a:endParaRPr lang="en-US" altLang="ko-KR" dirty="0"/>
          </a:p>
          <a:p>
            <a:r>
              <a:rPr lang="ko-KR" altLang="en-US" dirty="0"/>
              <a:t>키워드와 </a:t>
            </a:r>
            <a:r>
              <a:rPr lang="ko-KR" altLang="en-US" dirty="0" err="1"/>
              <a:t>쪼금</a:t>
            </a:r>
            <a:r>
              <a:rPr lang="ko-KR" altLang="en-US" dirty="0"/>
              <a:t> 다르더라도</a:t>
            </a:r>
            <a:r>
              <a:rPr lang="en-US" altLang="ko-KR" dirty="0"/>
              <a:t>, </a:t>
            </a:r>
            <a:r>
              <a:rPr lang="ko-KR" altLang="en-US" dirty="0"/>
              <a:t>이 키워드로 검색했을 때</a:t>
            </a:r>
            <a:r>
              <a:rPr lang="en-US" altLang="ko-KR" dirty="0"/>
              <a:t>, </a:t>
            </a:r>
            <a:r>
              <a:rPr lang="ko-KR" altLang="en-US" dirty="0"/>
              <a:t>내 상품이 뜨게 </a:t>
            </a:r>
            <a:r>
              <a:rPr lang="ko-KR" altLang="en-US" dirty="0" err="1"/>
              <a:t>하는게</a:t>
            </a:r>
            <a:r>
              <a:rPr lang="ko-KR" altLang="en-US" dirty="0"/>
              <a:t> 중요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693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상품 중 키울 것을 골라 키워드를 재정비해 '효자상품'으로 만든다.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카테고리·유입 점검 — 대표키워드 검색으로 카테고리 확인 (네이버 데이터분석에서 유입 키워드 확인)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불사자로 키워드 재정비 — 쓸만한 키워드는 살리고,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반자동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상품명 빠르게 수정 후 PASS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상황별 처리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–  </a:t>
            </a: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1달 이내 + 인기도·상위노출 키워드 → 상품명 작업으로 키워드 관리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–  </a:t>
            </a: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1달 초과 → 삭제 후 재업로드 추천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–  </a:t>
            </a:r>
            <a:r>
              <a:rPr lang="en-US" sz="13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1달 초과 + 리뷰 有 → 다시 작업하되, 리뷰는 상세페이지에 재구성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5">
            <a:extLst>
              <a:ext uri="{FF2B5EF4-FFF2-40B4-BE49-F238E27FC236}">
                <a16:creationId xmlns:a16="http://schemas.microsoft.com/office/drawing/2014/main" id="{66C160B1-5A22-AE94-15CF-E027CFE2B140}"/>
              </a:ext>
            </a:extLst>
          </p:cNvPr>
          <p:cNvSpPr/>
          <p:nvPr/>
        </p:nvSpPr>
        <p:spPr>
          <a:xfrm>
            <a:off x="749300" y="1524000"/>
            <a:ext cx="10795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0" indent="0" algn="l">
              <a:lnSpc>
                <a:spcPct val="115000"/>
              </a:lnSpc>
              <a:spcAft>
                <a:spcPts val="1800"/>
              </a:spcAft>
              <a:buNone/>
            </a:pPr>
            <a:r>
              <a:rPr lang="ko-KR" altLang="en-US" sz="2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반자동/반대량으로 이미 업로드 되어 있는 내 상품을 살리고 싶은 경우,</a:t>
            </a:r>
          </a:p>
          <a:p>
            <a:pPr marL="500000" indent="-500000" algn="l">
              <a:lnSpc>
                <a:spcPct val="120000"/>
              </a:lnSpc>
              <a:spcAft>
                <a:spcPts val="1600"/>
              </a:spcAft>
              <a:buAutoNum type="arabicPeriod"/>
            </a:pPr>
            <a:r>
              <a:rPr lang="ko-KR" altLang="en-US" sz="2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되어 있는 내 상품의 카테고리 vs (내 상품의) 대표 키워드로 검색했을 때 노출되는 1페이지 카테고리와 동일한지 확인</a:t>
            </a:r>
          </a:p>
          <a:p>
            <a:pPr marL="500000" indent="-500000" algn="l">
              <a:lnSpc>
                <a:spcPct val="120000"/>
              </a:lnSpc>
              <a:spcAft>
                <a:spcPts val="1600"/>
              </a:spcAft>
              <a:buAutoNum type="arabicPeriod"/>
            </a:pPr>
            <a:r>
              <a:rPr lang="ko-KR" altLang="en-US" sz="2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동일하지 않으면 동일한 카테고리로 수정, 불사자 키워드 검색해서 황금 키워드 찾기</a:t>
            </a:r>
          </a:p>
          <a:p>
            <a:pPr marL="500000" indent="-500000" algn="l">
              <a:lnSpc>
                <a:spcPct val="120000"/>
              </a:lnSpc>
              <a:spcAft>
                <a:spcPts val="1600"/>
              </a:spcAft>
              <a:buAutoNum type="arabicPeriod"/>
            </a:pPr>
            <a:r>
              <a:rPr lang="ko-KR" altLang="en-US" sz="22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키워드 찾아서 유입 키워드 + 불사자 황금키워드 섞어서 상품명 만들기 (1주차 내용)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7DD98192-92C1-C8EE-C9E5-AD7C6E2F4C56}"/>
              </a:ext>
            </a:extLst>
          </p:cNvPr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상품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점검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250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2">
            <a:extLst>
              <a:ext uri="{FF2B5EF4-FFF2-40B4-BE49-F238E27FC236}">
                <a16:creationId xmlns:a16="http://schemas.microsoft.com/office/drawing/2014/main" id="{7DD98192-92C1-C8EE-C9E5-AD7C6E2F4C56}"/>
              </a:ext>
            </a:extLst>
          </p:cNvPr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팔린 상품 </a:t>
            </a:r>
            <a:r>
              <a:rPr lang="en-US" sz="30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</a:t>
            </a: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키워드 확인</a:t>
            </a:r>
            <a:endParaRPr lang="en-US" sz="30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FCDB2AC-7D4A-9941-3FF9-8D6005402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260600"/>
            <a:ext cx="2540000" cy="34417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5EE736E-52E0-A397-0011-DB2BBFF14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600" y="2159000"/>
            <a:ext cx="6350000" cy="13589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32561D4-C6B1-7D24-89E4-002C8615D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4419600"/>
            <a:ext cx="6350000" cy="1270000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F2A65890-A183-4429-9401-17C88257C5A4}"/>
              </a:ext>
            </a:extLst>
          </p:cNvPr>
          <p:cNvSpPr/>
          <p:nvPr/>
        </p:nvSpPr>
        <p:spPr>
          <a:xfrm>
            <a:off x="457200" y="1651000"/>
            <a:ext cx="457200" cy="457200"/>
          </a:xfrm>
          <a:prstGeom prst="ellipse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2B2233"/>
                </a:solidFill>
                <a:latin typeface="맑은 고딕"/>
                <a:ea typeface="맑은 고딕"/>
              </a:rPr>
              <a:t>1</a:t>
            </a:r>
            <a:endParaRPr lang="ko-KR" altLang="en-US" b="1">
              <a:solidFill>
                <a:srgbClr val="2B2233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78BD84-0099-47B0-98AD-39E18F7009B6}"/>
              </a:ext>
            </a:extLst>
          </p:cNvPr>
          <p:cNvSpPr txBox="1"/>
          <p:nvPr/>
        </p:nvSpPr>
        <p:spPr>
          <a:xfrm>
            <a:off x="1016000" y="1651000"/>
            <a:ext cx="3683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데이터분석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› 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판매분석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클릭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7422B1D-8A23-4B29-80DC-C7A3A981F1F8}"/>
              </a:ext>
            </a:extLst>
          </p:cNvPr>
          <p:cNvSpPr/>
          <p:nvPr/>
        </p:nvSpPr>
        <p:spPr>
          <a:xfrm>
            <a:off x="4572000" y="1625600"/>
            <a:ext cx="457200" cy="457200"/>
          </a:xfrm>
          <a:prstGeom prst="ellipse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2B2233"/>
                </a:solidFill>
                <a:latin typeface="맑은 고딕"/>
                <a:ea typeface="맑은 고딕"/>
              </a:rPr>
              <a:t>2</a:t>
            </a:r>
            <a:endParaRPr lang="ko-KR" altLang="en-US" b="1">
              <a:solidFill>
                <a:srgbClr val="2B2233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34BD30-7A32-40F6-BD0B-E9D16B2EF318}"/>
              </a:ext>
            </a:extLst>
          </p:cNvPr>
          <p:cNvSpPr txBox="1"/>
          <p:nvPr/>
        </p:nvSpPr>
        <p:spPr>
          <a:xfrm>
            <a:off x="5130800" y="1625600"/>
            <a:ext cx="6223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우측 상단 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상품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/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검색채널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탭 클릭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3B4CF10-56B1-4E81-8D51-A1A8F8C660B9}"/>
              </a:ext>
            </a:extLst>
          </p:cNvPr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2B2233"/>
                </a:solidFill>
                <a:latin typeface="맑은 고딕"/>
                <a:ea typeface="맑은 고딕"/>
              </a:rPr>
              <a:t>3</a:t>
            </a:r>
            <a:endParaRPr lang="ko-KR" altLang="en-US" b="1">
              <a:solidFill>
                <a:srgbClr val="2B2233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0E1B68-EF70-4C13-966E-7D11492D9A82}"/>
              </a:ext>
            </a:extLst>
          </p:cNvPr>
          <p:cNvSpPr txBox="1"/>
          <p:nvPr/>
        </p:nvSpPr>
        <p:spPr>
          <a:xfrm>
            <a:off x="5130800" y="3886200"/>
            <a:ext cx="6223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아래로 내려 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상품카테고리차원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› [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상품</a:t>
            </a:r>
            <a:r>
              <a:rPr lang="en-US" altLang="ko-KR" b="1">
                <a:solidFill>
                  <a:srgbClr val="EAE8F0"/>
                </a:solidFill>
                <a:latin typeface="맑은 고딕"/>
                <a:ea typeface="맑은 고딕"/>
              </a:rPr>
              <a:t>] </a:t>
            </a:r>
            <a:r>
              <a:rPr lang="ko-KR" altLang="en-US" b="1">
                <a:solidFill>
                  <a:srgbClr val="EAE8F0"/>
                </a:solidFill>
                <a:latin typeface="맑은 고딕"/>
                <a:ea typeface="맑은 고딕"/>
              </a:rPr>
              <a:t>클릭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425D542-2111-4075-A4F5-F3048CD59981}"/>
              </a:ext>
            </a:extLst>
          </p:cNvPr>
          <p:cNvSpPr/>
          <p:nvPr/>
        </p:nvSpPr>
        <p:spPr>
          <a:xfrm>
            <a:off x="457200" y="6096000"/>
            <a:ext cx="11277600" cy="609600"/>
          </a:xfrm>
          <a:prstGeom prst="roundRect">
            <a:avLst/>
          </a:prstGeom>
          <a:solidFill>
            <a:srgbClr val="E0A9A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b="1">
                <a:solidFill>
                  <a:srgbClr val="2B2233"/>
                </a:solidFill>
                <a:latin typeface="맑은 고딕"/>
                <a:ea typeface="맑은 고딕"/>
              </a:rPr>
              <a:t>✔  일정 기간 내 판매된 상품 리스트와 유입 키워드를 한눈에 확인할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34494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3D512D-FA4A-4A1A-B1AE-A45D6FFE9CD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c64c233-0c18-4aab-8789-7f6a2a06d1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1485</Words>
  <Application>Microsoft Office PowerPoint</Application>
  <PresentationFormat>와이드스크린</PresentationFormat>
  <Paragraphs>223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5</cp:revision>
  <dcterms:created xsi:type="dcterms:W3CDTF">2026-06-16T15:56:59Z</dcterms:created>
  <dcterms:modified xsi:type="dcterms:W3CDTF">2026-06-19T13:17:10Z</dcterms:modified>
</cp:coreProperties>
</file>