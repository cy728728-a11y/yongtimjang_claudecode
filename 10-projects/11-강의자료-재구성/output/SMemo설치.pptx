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F4A86167-AC27-4299-87BB-E282C3EAA034}"/>
    <pc:docChg chg="modSld">
      <pc:chgData name="용 최" userId="1589a7fea772e98f" providerId="LiveId" clId="{F4A86167-AC27-4299-87BB-E282C3EAA034}" dt="2026-07-11T03:22:49.587" v="3" actId="1076"/>
      <pc:docMkLst>
        <pc:docMk/>
      </pc:docMkLst>
      <pc:sldChg chg="modSp mod">
        <pc:chgData name="용 최" userId="1589a7fea772e98f" providerId="LiveId" clId="{F4A86167-AC27-4299-87BB-E282C3EAA034}" dt="2026-07-11T01:46:22.900" v="1" actId="14100"/>
        <pc:sldMkLst>
          <pc:docMk/>
          <pc:sldMk cId="0" sldId="270"/>
        </pc:sldMkLst>
        <pc:picChg chg="mod">
          <ac:chgData name="용 최" userId="1589a7fea772e98f" providerId="LiveId" clId="{F4A86167-AC27-4299-87BB-E282C3EAA034}" dt="2026-07-11T01:46:22.900" v="1" actId="14100"/>
          <ac:picMkLst>
            <pc:docMk/>
            <pc:sldMk cId="0" sldId="270"/>
            <ac:picMk id="21" creationId="{47784F90-37DC-4AEE-67CD-A7E55302F332}"/>
          </ac:picMkLst>
        </pc:picChg>
      </pc:sldChg>
      <pc:sldChg chg="addSp modSp mod">
        <pc:chgData name="용 최" userId="1589a7fea772e98f" providerId="LiveId" clId="{F4A86167-AC27-4299-87BB-E282C3EAA034}" dt="2026-07-11T03:22:49.587" v="3" actId="1076"/>
        <pc:sldMkLst>
          <pc:docMk/>
          <pc:sldMk cId="0" sldId="304"/>
        </pc:sldMkLst>
        <pc:picChg chg="add mod">
          <ac:chgData name="용 최" userId="1589a7fea772e98f" providerId="LiveId" clId="{F4A86167-AC27-4299-87BB-E282C3EAA034}" dt="2026-07-11T03:22:49.587" v="3" actId="1076"/>
          <ac:picMkLst>
            <pc:docMk/>
            <pc:sldMk cId="0" sldId="304"/>
            <ac:picMk id="22" creationId="{FF393858-FD7D-A2B5-9CB2-0DA4160446F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2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310896"/>
            <a:ext cx="11368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SMemo(에스메모) 설치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69264"/>
            <a:ext cx="11368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응대에 항상 쓰는 메모 프로그램 — 강의 시작 전에 미리 설치해둡니다.</a:t>
            </a:r>
            <a:endParaRPr lang="en-US" sz="1350" dirty="0"/>
          </a:p>
        </p:txBody>
      </p:sp>
      <p:pic>
        <p:nvPicPr>
          <p:cNvPr id="6" name="Image 0" descr="/home/claude/wk5/178366186106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54480"/>
            <a:ext cx="6035040" cy="29748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709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A8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smemo.co.kr  →  [PC 다운로드]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766560" y="1554480"/>
            <a:ext cx="5013655" cy="1920240"/>
          </a:xfrm>
          <a:prstGeom prst="roundRect">
            <a:avLst>
              <a:gd name="adj" fmla="val 3810"/>
            </a:avLst>
          </a:prstGeom>
          <a:solidFill>
            <a:srgbClr val="1E2130"/>
          </a:solidFill>
          <a:ln w="12700">
            <a:solidFill>
              <a:srgbClr val="1E21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995160" y="169164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설치 방법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95160" y="2103120"/>
            <a:ext cx="4556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공식 사이트 접속  smemo.co.kr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[PC 다운로드] 클릭 → 설치 파일 실행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안내에 따라 설치 완료  (무설치 버전도 있음)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3657600"/>
            <a:ext cx="5013655" cy="2286000"/>
          </a:xfrm>
          <a:prstGeom prst="roundRect">
            <a:avLst>
              <a:gd name="adj" fmla="val 3200"/>
            </a:avLst>
          </a:prstGeom>
          <a:solidFill>
            <a:srgbClr val="1E21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995160" y="3794760"/>
            <a:ext cx="4556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9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용팀장이 실제로 쓰는 방식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4206240"/>
            <a:ext cx="45564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EA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메모가 항상 화면 가장 위에 떠 있음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알트+탭으로 창을 왔다갔다 하며 확인할 필요 없음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업무가 끝나면 메모만 꺼버리면 끝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9C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필요할 때 그때그때 캡쳐해서 복붙 가능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4376</Words>
  <Application>Microsoft Office PowerPoint</Application>
  <PresentationFormat>와이드스크린</PresentationFormat>
  <Paragraphs>655</Paragraphs>
  <Slides>50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11</cp:revision>
  <dcterms:created xsi:type="dcterms:W3CDTF">2026-07-10T13:36:41Z</dcterms:created>
  <dcterms:modified xsi:type="dcterms:W3CDTF">2026-07-11T03:22:52Z</dcterms:modified>
</cp:coreProperties>
</file>