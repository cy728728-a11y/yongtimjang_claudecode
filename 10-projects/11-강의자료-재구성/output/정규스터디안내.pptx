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93" r:id="rId50"/>
    <p:sldId id="294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0" Type="http://schemas.openxmlformats.org/officeDocument/2006/relationships/slide" Target="slides/slide1.xml"/><Relationship Id="rId51" Type="http://schemas.openxmlformats.org/officeDocument/2006/relationships/slide" Target="slides/slide2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F4A86167-AC27-4299-87BB-E282C3EAA034}"/>
    <pc:docChg chg="modSld">
      <pc:chgData name="용 최" userId="1589a7fea772e98f" providerId="LiveId" clId="{F4A86167-AC27-4299-87BB-E282C3EAA034}" dt="2026-07-11T03:22:49.587" v="3" actId="1076"/>
      <pc:docMkLst>
        <pc:docMk/>
      </pc:docMkLst>
      <pc:sldChg chg="modSp mod">
        <pc:chgData name="용 최" userId="1589a7fea772e98f" providerId="LiveId" clId="{F4A86167-AC27-4299-87BB-E282C3EAA034}" dt="2026-07-11T01:46:22.900" v="1" actId="14100"/>
        <pc:sldMkLst>
          <pc:docMk/>
          <pc:sldMk cId="0" sldId="270"/>
        </pc:sldMkLst>
        <pc:picChg chg="mod">
          <ac:chgData name="용 최" userId="1589a7fea772e98f" providerId="LiveId" clId="{F4A86167-AC27-4299-87BB-E282C3EAA034}" dt="2026-07-11T01:46:22.900" v="1" actId="14100"/>
          <ac:picMkLst>
            <pc:docMk/>
            <pc:sldMk cId="0" sldId="270"/>
            <ac:picMk id="21" creationId="{47784F90-37DC-4AEE-67CD-A7E55302F332}"/>
          </ac:picMkLst>
        </pc:picChg>
      </pc:sldChg>
      <pc:sldChg chg="addSp modSp mod">
        <pc:chgData name="용 최" userId="1589a7fea772e98f" providerId="LiveId" clId="{F4A86167-AC27-4299-87BB-E282C3EAA034}" dt="2026-07-11T03:22:49.587" v="3" actId="1076"/>
        <pc:sldMkLst>
          <pc:docMk/>
          <pc:sldMk cId="0" sldId="304"/>
        </pc:sldMkLst>
        <pc:picChg chg="add mod">
          <ac:chgData name="용 최" userId="1589a7fea772e98f" providerId="LiveId" clId="{F4A86167-AC27-4299-87BB-E282C3EAA034}" dt="2026-07-11T03:22:49.587" v="3" actId="1076"/>
          <ac:picMkLst>
            <pc:docMk/>
            <pc:sldMk cId="0" sldId="304"/>
            <ac:picMk id="22" creationId="{FF393858-FD7D-A2B5-9CB2-0DA4160446F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2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용감한용팀장 정규 스터디 안내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실전반이 끝나도 함께 성장합니다 — 매월 첫째주 일요일.</a:t>
            </a:r>
            <a:endParaRPr lang="en-US" sz="1350" dirty="0"/>
          </a:p>
        </p:txBody>
      </p:sp>
      <p:pic>
        <p:nvPicPr>
          <p:cNvPr id="6" name="Image 0" descr="/home/claude/wk5/178366106567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5120640" cy="44563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1554480"/>
            <a:ext cx="5928055" cy="3291840"/>
          </a:xfrm>
          <a:prstGeom prst="roundRect">
            <a:avLst>
              <a:gd name="adj" fmla="val 22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126480" y="1828800"/>
            <a:ext cx="53794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일정:  8/2 · 9/6 · 10/4 (일) 오전 10시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시간: 약 3~4시간 예상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 단위 신청 · 장소 추후 공지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참가비용: 100,000원 (카카오뱅크 3333-27-0454301, 최용)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신청서 작성 + 입금 후 용쌤에게 "스터디 신청완료" 개인톡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52160" y="5029200"/>
            <a:ext cx="5928055" cy="1097280"/>
          </a:xfrm>
          <a:prstGeom prst="roundRect">
            <a:avLst>
              <a:gd name="adj" fmla="val 6667"/>
            </a:avLst>
          </a:prstGeom>
          <a:solidFill>
            <a:srgbClr val="232634"/>
          </a:solidFill>
          <a:ln w="1905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126480" y="5029200"/>
            <a:ext cx="5379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신청 링크
</a:t>
            </a:r>
            <a:r>
              <a:rPr lang="en-US" sz="15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forms.gle/pNrpyWinzgBse1NbA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5주간 정말 수고하셨습니다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 — 우리는 이제부터가 진짜 시작입니다.</a:t>
            </a:r>
            <a:endParaRPr lang="en-US" sz="1700" dirty="0"/>
          </a:p>
          <a:p>
            <a:pPr marL="0" indent="0" algn="ctr">
              <a:lnSpc>
                <a:spcPts val="2800"/>
              </a:lnSpc>
              <a:buNone/>
            </a:pPr>
            <a:r>
              <a:rPr lang="en-US" sz="170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 스터디에서 계속 함께 성장합니다. 끝까지 함께 갑시다!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용감한 용팀장  ·  실전반 1기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4376</Words>
  <Application>Microsoft Office PowerPoint</Application>
  <PresentationFormat>와이드스크린</PresentationFormat>
  <Paragraphs>655</Paragraphs>
  <Slides>50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11</cp:revision>
  <dcterms:created xsi:type="dcterms:W3CDTF">2026-07-10T13:36:41Z</dcterms:created>
  <dcterms:modified xsi:type="dcterms:W3CDTF">2026-07-11T03:22:52Z</dcterms:modified>
</cp:coreProperties>
</file>