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 자동회수부터 막아라 (필수 세팅)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안 해두면 반품 접수 즉시 자동 회수 — 협의할 틈도 없이 손해가 확정됩니다.</a:t>
            </a:r>
            <a:endParaRPr lang="en-US" sz="1350" dirty="0"/>
          </a:p>
        </p:txBody>
      </p:sp>
      <p:pic>
        <p:nvPicPr>
          <p:cNvPr id="6" name="Image 0" descr="/home/claude/wk5/17835874719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6949440" cy="30898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600200"/>
            <a:ext cx="4099255" cy="3291840"/>
          </a:xfrm>
          <a:prstGeom prst="roundRect">
            <a:avLst>
              <a:gd name="adj" fmla="val 22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909560" y="178308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방법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2240280"/>
            <a:ext cx="36420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판매자센터 → 고객센터 → 1:1 문의하기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유형: 판매관리 → 반품관리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제목: "자동수거 예외 처리 신청 요청"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본인 정보 기입 (스토어ID/스토어명/담당자명)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521208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" y="521208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사유: 상품별 출고지/반품지가 상이해 고객에게 이중 배송비가 부과되는 상황 방지 — 왼쪽 템플릿 그대로 접수하면 됩니다.</a:t>
            </a:r>
            <a:endParaRPr lang="en-US" sz="12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760ABB-4E60-7C95-53EE-F1067D0F4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850" y="1783080"/>
            <a:ext cx="2773976" cy="844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반품은 3가지 유형으로 판단한다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변심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배송비 협의 후 진행</a:t>
            </a:r>
            <a:endParaRPr lang="en-US" sz="13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그대로 수령 유도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반품비를 부담하고도 원하면 진행,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들으면 대부분 그대로 수령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36338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파손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6338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재발송(항공)이 우선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3770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바퀴·손잡이·조립품 → 타오바오 판매자에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재발송 요청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스크래치 → 일부 환불로 사용 유도 협의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03997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32597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파손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32597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대비 손익분기 판단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60029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남으면 → 재주문해서 재발송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안 남으면 → 환불 + 폐기 안내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보험 약관 확인 (추가포장 필수)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58064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교환은 원칙적으로 불가 (재고 </a:t>
            </a:r>
            <a:r>
              <a:rPr lang="en-US" sz="125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미보유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5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784F90-37DC-4AEE-67CD-A7E55302F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08" y="4814596"/>
            <a:ext cx="2475856" cy="1489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요청 — 상품이 어디 있는지로 판단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문의가 오면 "지금 상품이 어느 단계인가"부터 확인합니다.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12648" y="1810512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26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 주문 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554480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그냥 취소해주면 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12648" y="2916936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660904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 · 발송 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60904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타오바오에 취소 요청 → 취소되면 고객에게도 취소 안내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767328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2648" y="4023360"/>
            <a:ext cx="457200" cy="457200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26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67328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중 (배대지~국내 이동)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767328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 배송비 협의 → 타오바오 판매자에게 반품지 주소 받아 배대지에 반품 접수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873752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12648" y="5129784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2648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873752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통관 중 / 국내 도착 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873752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사실상 취소 불가 — 배송완료 후 반품 원할 시 왕복 국제배송비 별도 협의 (3만/6만원 고정 아님, 상황별 협의)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5989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" y="5989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반품 수거지를 비상주 사무실로 하는 것은 절대 금지 — 실제로 상품을 받을 수 있는 주소로 접수해야 합니다.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