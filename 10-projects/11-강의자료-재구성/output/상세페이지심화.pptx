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77" r:id="rId23"/>
    <p:sldId id="278" r:id="rId24"/>
    <p:sldId id="304" r:id="rId25"/>
    <p:sldId id="279" r:id="rId26"/>
    <p:sldId id="280" r:id="rId27"/>
    <p:sldId id="305" r:id="rId28"/>
    <p:sldId id="281" r:id="rId29"/>
    <p:sldId id="282" r:id="rId30"/>
    <p:sldId id="284" r:id="rId31"/>
    <p:sldId id="285" r:id="rId32"/>
    <p:sldId id="283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AB880-86D9-4215-A1AE-06DC2BC783A5}" v="1" dt="2026-07-03T15:39:59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0" Type="http://schemas.openxmlformats.org/officeDocument/2006/relationships/slide" Target="slides/slide28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8DF79C0F-0B75-4C12-8AA2-E2DCB94864A2}"/>
    <pc:docChg chg="modSld">
      <pc:chgData name="용 최" userId="1589a7fea772e98f" providerId="LiveId" clId="{8DF79C0F-0B75-4C12-8AA2-E2DCB94864A2}" dt="2026-07-03T15:40:16.703" v="61" actId="20577"/>
      <pc:docMkLst>
        <pc:docMk/>
      </pc:docMkLst>
      <pc:sldChg chg="modSp mod">
        <pc:chgData name="용 최" userId="1589a7fea772e98f" providerId="LiveId" clId="{8DF79C0F-0B75-4C12-8AA2-E2DCB94864A2}" dt="2026-07-03T15:38:50.434" v="26" actId="1038"/>
        <pc:sldMkLst>
          <pc:docMk/>
          <pc:sldMk cId="0" sldId="284"/>
        </pc:sldMkLst>
        <pc:picChg chg="mod">
          <ac:chgData name="용 최" userId="1589a7fea772e98f" providerId="LiveId" clId="{8DF79C0F-0B75-4C12-8AA2-E2DCB94864A2}" dt="2026-07-03T15:38:50.434" v="26" actId="1038"/>
          <ac:picMkLst>
            <pc:docMk/>
            <pc:sldMk cId="0" sldId="284"/>
            <ac:picMk id="6" creationId="{00000000-0000-0000-0000-000000000000}"/>
          </ac:picMkLst>
        </pc:picChg>
      </pc:sldChg>
      <pc:sldChg chg="modSp mod">
        <pc:chgData name="용 최" userId="1589a7fea772e98f" providerId="LiveId" clId="{8DF79C0F-0B75-4C12-8AA2-E2DCB94864A2}" dt="2026-07-03T15:40:16.703" v="61" actId="20577"/>
        <pc:sldMkLst>
          <pc:docMk/>
          <pc:sldMk cId="0" sldId="303"/>
        </pc:sldMkLst>
        <pc:spChg chg="mod">
          <ac:chgData name="용 최" userId="1589a7fea772e98f" providerId="LiveId" clId="{8DF79C0F-0B75-4C12-8AA2-E2DCB94864A2}" dt="2026-07-03T15:39:45.235" v="27" actId="1076"/>
          <ac:spMkLst>
            <pc:docMk/>
            <pc:sldMk cId="0" sldId="303"/>
            <ac:spMk id="5" creationId="{00000000-0000-0000-0000-000000000000}"/>
          </ac:spMkLst>
        </pc:spChg>
        <pc:spChg chg="mod">
          <ac:chgData name="용 최" userId="1589a7fea772e98f" providerId="LiveId" clId="{8DF79C0F-0B75-4C12-8AA2-E2DCB94864A2}" dt="2026-07-03T15:39:59.620" v="52"/>
          <ac:spMkLst>
            <pc:docMk/>
            <pc:sldMk cId="0" sldId="303"/>
            <ac:spMk id="9" creationId="{00000000-0000-0000-0000-000000000000}"/>
          </ac:spMkLst>
        </pc:spChg>
        <pc:spChg chg="mod">
          <ac:chgData name="용 최" userId="1589a7fea772e98f" providerId="LiveId" clId="{8DF79C0F-0B75-4C12-8AA2-E2DCB94864A2}" dt="2026-07-03T15:40:16.703" v="61" actId="20577"/>
          <ac:spMkLst>
            <pc:docMk/>
            <pc:sldMk cId="0" sldId="303"/>
            <ac:spMk id="2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79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hyperlink" Target="https://chatgpt.com/c/6a47844f-0efc-83e8-ac31-29844418f3cb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hyperlink" Target="https://detail.tmall.com/item.htm?id=45525650293&amp;skuId=6026045792412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hyperlink" Target="https://chatgpt.com/share/6a47bd05-3024-83ee-a302-a5b6cb9ccd00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hyperlink" Target="https://chatgpt.com/c/6a476f76-db38-83e8-b38b-16a8ddf23cf2" TargetMode="External"/><Relationship Id="rId7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Relationship Id="rId4" Type="http://schemas.openxmlformats.org/officeDocument/2006/relationships/hyperlink" Target="https://smartstore.naver.com/braveyong/products/13650813092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Relationship Id="rId4" Type="http://schemas.openxmlformats.org/officeDocument/2006/relationships/hyperlink" Target="https://smartstore.naver.com/braveyong/products/13650813092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4.png"/><Relationship Id="rId4" Type="http://schemas.openxmlformats.org/officeDocument/2006/relationships/hyperlink" Target="https://smartstore.naver.com/braveyong/products/1365079136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 심화 — 리뷰 활용 &amp; 후킹 이미지 &amp; 유입 링크/배너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판매가 시작된 상품의 상세페이지를 고도화해 전환율을 높이고, 내부 배너로 다른 상품까지 유입시킨다.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1365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활용: 구매 리뷰 내용을 상세페이지 상단에 배치 / 전단지 발송으로 리뷰 유도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후킹 이미지를 상세페이지 상단에 배치하여 구매 전환 유도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링크/배너: 상세페이지 내 배너/위젯을 활용하여 다른 상품으로 자연스럽게 유도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유도하되 표기는 정직하게 — 거짓 할인·오해 유발은 다크패턴 규제 대상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리뷰를 넣은 상세페이지 만들기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고객 리뷰를 이미지로 만들어 상세페이지 상단에 배치합니다. 신뢰도와 전환율이 함께 올라갑니다.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" y="1481328"/>
            <a:ext cx="2148840" cy="275234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32888" y="1481328"/>
            <a:ext cx="2148840" cy="275234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4" y="1481328"/>
            <a:ext cx="2148840" cy="275234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481328"/>
            <a:ext cx="2148840" cy="2752344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26296" y="1481328"/>
            <a:ext cx="2148840" cy="2752344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11480" y="4370832"/>
            <a:ext cx="11365992" cy="502920"/>
          </a:xfrm>
          <a:prstGeom prst="roundRect">
            <a:avLst>
              <a:gd name="adj" fmla="val 1272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5"/>
          <p:cNvSpPr/>
          <p:nvPr/>
        </p:nvSpPr>
        <p:spPr>
          <a:xfrm>
            <a:off x="594360" y="43708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이런 형태의 리뷰 이미지를 만들어 상세페이지 상단에 삽입합니다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411480" y="4983480"/>
            <a:ext cx="11365992" cy="1627632"/>
          </a:xfrm>
          <a:prstGeom prst="roundRect">
            <a:avLst>
              <a:gd name="adj" fmla="val 4494"/>
            </a:avLst>
          </a:prstGeom>
          <a:solidFill>
            <a:srgbClr val="1A20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594360" y="4983480"/>
            <a:ext cx="110642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제작 순서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상품 상세페이지 캡처  →  ② 리뷰 이미지 예시 참고  →  ③ ChatGPT에 상세 톤 + 예시 이미지 제공  →  ④ 생성된 이미지를 상세 상단에 삽입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프롬프트로 리뷰 페이지 만들기 — 실전 예시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상세페이지와 예시 리뷰 이미지를 GPT에 함께 전달하면 같은 톤으로 리뷰 모음 페이지를 만들어 줍니다.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1480" y="1481328"/>
            <a:ext cx="5070032" cy="2800000"/>
          </a:xfrm>
          <a:prstGeom prst="rect">
            <a:avLst/>
          </a:prstGeom>
          <a:ln w="12700">
            <a:solidFill>
              <a:srgbClr val="1E2130"/>
            </a:solidFill>
          </a:ln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32726" y="1481328"/>
            <a:ext cx="3844746" cy="4919472"/>
          </a:xfrm>
          <a:prstGeom prst="rect">
            <a:avLst/>
          </a:prstGeom>
          <a:ln w="12700">
            <a:solidFill>
              <a:srgbClr val="1E2130"/>
            </a:solidFill>
          </a:ln>
        </p:spPr>
      </p:pic>
      <p:sp>
        <p:nvSpPr>
          <p:cNvPr id="8" name="Shape 4"/>
          <p:cNvSpPr/>
          <p:nvPr/>
        </p:nvSpPr>
        <p:spPr>
          <a:xfrm>
            <a:off x="411480" y="4531328"/>
            <a:ext cx="5070032" cy="1869472"/>
          </a:xfrm>
          <a:prstGeom prst="roundRect">
            <a:avLst>
              <a:gd name="adj" fmla="val 4494"/>
            </a:avLst>
          </a:prstGeom>
          <a:solidFill>
            <a:srgbClr val="1A20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4531328"/>
            <a:ext cx="4704272" cy="186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GPT 프롬프트 예시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상세페이지 + 예시 이미지를 주면서 동일한 톤으로 리뷰 페이지 제작 요청</a:t>
            </a:r>
          </a:p>
          <a:p>
            <a:pPr marL="0" indent="0">
              <a:lnSpc>
                <a:spcPct val="140000"/>
              </a:lnSpc>
              <a:buNone/>
            </a:pPr>
            <a:endParaRPr lang="en-US" sz="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GPT 예시: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chatgpt.com/c/6a47844f...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혜택 &amp; 전단지 발송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발송 시 전단지를 함께 보내서 고객의 리뷰 작성을 유도합니다.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2743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29000" y="1481328"/>
            <a:ext cx="8348472" cy="2395728"/>
          </a:xfrm>
          <a:prstGeom prst="roundRect">
            <a:avLst>
              <a:gd name="adj" fmla="val 305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593592" y="1627632"/>
            <a:ext cx="8019288" cy="420624"/>
          </a:xfrm>
          <a:prstGeom prst="roundRect">
            <a:avLst>
              <a:gd name="adj" fmla="val 10870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593592" y="1627632"/>
            <a:ext cx="8019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전단지 제작 방법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93592" y="2121408"/>
            <a:ext cx="8019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타오바오에서 약 50위안에 500장 구매 가능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후 판매자가 보내주는 링크에 전단지 PDF 파일 업로드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93592" y="3108960"/>
            <a:ext cx="8019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타오바오 구매 링크: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https://detail.tmall.com/item.htm?id=45525650293&amp;skuId=6026045792412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4005072"/>
            <a:ext cx="8348472" cy="1371600"/>
          </a:xfrm>
          <a:prstGeom prst="roundRect">
            <a:avLst>
              <a:gd name="adj" fmla="val 533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593592" y="4142232"/>
            <a:ext cx="8019288" cy="384048"/>
          </a:xfrm>
          <a:prstGeom prst="roundRect">
            <a:avLst>
              <a:gd name="adj" fmla="val 11905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593592" y="4142232"/>
            <a:ext cx="8019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작성 시 지급 포인트 (본인이 원하는 수준으로 설정)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593592" y="4599432"/>
            <a:ext cx="8019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포토리뷰:  </a:t>
            </a: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2,000원  </a:t>
            </a:r>
            <a:r>
              <a:rPr lang="en-US" sz="14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텍스트리뷰:  </a:t>
            </a: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재고 등록 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본인이 사용하는 배대지에서 재고신청 후, 상품 발송 시 전단지를 함께 등록합니다.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1481328"/>
            <a:ext cx="9144000" cy="17190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310128"/>
            <a:ext cx="11365992" cy="512064"/>
          </a:xfrm>
          <a:prstGeom prst="roundRect">
            <a:avLst>
              <a:gd name="adj" fmla="val 12500"/>
            </a:avLst>
          </a:prstGeom>
          <a:solidFill>
            <a:srgbClr val="2A1A1F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3310128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재고신청 시 수량은 반드시 500개로 신청하세요!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" y="3912464"/>
            <a:ext cx="2735890" cy="13700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47370" y="3912464"/>
            <a:ext cx="8203560" cy="1370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11480" y="5382464"/>
            <a:ext cx="11365992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594360" y="5382464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배대지로 전단지 배송 후 재고 신청하기를 통해 재고로 신청하면 재고목록 화면에서 재고수량이 채워진 걸 볼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신청 시 재고불러오기로 전단지 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배송을 위한 배대지 신청 시, 재고불러오기 기능을 통해 재고로 등록된 전단지를 1장 추가하여 함께 등록합니다.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1480" y="2159448"/>
            <a:ext cx="6850250" cy="2750000"/>
          </a:xfrm>
          <a:prstGeom prst="rect">
            <a:avLst/>
          </a:prstGeom>
          <a:ln w="12700">
            <a:solidFill>
              <a:srgbClr val="1E2130"/>
            </a:solidFill>
          </a:ln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61730" y="2159448"/>
            <a:ext cx="4144250" cy="2750000"/>
          </a:xfrm>
          <a:prstGeom prst="rect">
            <a:avLst/>
          </a:prstGeom>
          <a:ln w="12700">
            <a:solidFill>
              <a:srgbClr val="1E2130"/>
            </a:solidFill>
          </a:ln>
        </p:spPr>
      </p:pic>
      <p:sp>
        <p:nvSpPr>
          <p:cNvPr id="8" name="Shape 6"/>
          <p:cNvSpPr/>
          <p:nvPr/>
        </p:nvSpPr>
        <p:spPr>
          <a:xfrm>
            <a:off x="411480" y="5009448"/>
            <a:ext cx="11365992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50094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처음 진행 시 배대지에 카톡으로 안내 필요 - 세관 신고 시 팜플렛 제외하고 제품만 신고해 달라고 요청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리뷰 혜택 등록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스마트스토어에서 일괄로 리뷰 포인트를 설정합니다.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920240" cy="402336"/>
          </a:xfrm>
          <a:prstGeom prst="roundRect">
            <a:avLst>
              <a:gd name="adj" fmla="val 13636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상품관리 &gt; 상품조회/수정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956816"/>
            <a:ext cx="137160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468880" y="1481328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468880" y="148132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상세검색 → 배송속성: 일반배송 + 1000개씩 검색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68880" y="1956816"/>
            <a:ext cx="5029200" cy="1143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468880" y="3246120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2468880" y="324612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전체선택 → 일괄변경 → 구매/리뷰 혜택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68880" y="3703320"/>
            <a:ext cx="5029200" cy="18470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80960" y="1481328"/>
            <a:ext cx="4096512" cy="402336"/>
          </a:xfrm>
          <a:prstGeom prst="roundRect">
            <a:avLst>
              <a:gd name="adj" fmla="val 13636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7680960" y="148132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포인트 설정 후 변경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18120" y="1956816"/>
            <a:ext cx="3840480" cy="39502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11480" y="62910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594360" y="629107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텍스트/포토 리뷰 포인트는 전단지에 기재한 금액과 동일하게 세팅하세요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 신청 시 재고불러오기로 전단지 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배송을 위한 배대지 신청 시, 재고불러오기 기능으로 등록된 전단지를 1장 함께 추가합니다.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7416289" cy="491947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78240" y="1481328"/>
            <a:ext cx="2999232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778240" y="2103120"/>
            <a:ext cx="2999232" cy="4663440"/>
          </a:xfrm>
          <a:prstGeom prst="roundRect">
            <a:avLst>
              <a:gd name="adj" fmla="val 243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8915400" y="2176272"/>
            <a:ext cx="2724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재고불러오기
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발송 배대지 신청 시 [재고불러오기] 버튼을 클릭해 재고로 등록된 전단지를 1장 추가합니다.
</a:t>
            </a: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처음 진행 시 배대지에 카톡으로 안내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세관 신고 시 팜플렛 제외하고 제품만 신고해 달라고 요청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후킹 이미지 제작 — GPT 프롬프트 활용법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 유도를 위해 GPT를 활용하여 후킹 이미지를 제작하고 상세페이지 상단에 리뷰 이미지와 함께 추가합니다.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757" y="1397350"/>
            <a:ext cx="5886683" cy="53568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0" y="1481328"/>
            <a:ext cx="4736592" cy="3200400"/>
          </a:xfrm>
          <a:prstGeom prst="roundRect">
            <a:avLst>
              <a:gd name="adj" fmla="val 228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205472" y="1627632"/>
            <a:ext cx="4407408" cy="420624"/>
          </a:xfrm>
          <a:prstGeom prst="roundRect">
            <a:avLst>
              <a:gd name="adj" fmla="val 10870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205472" y="162763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핵심 요소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05472" y="2157984"/>
            <a:ext cx="44074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20년차 시니어 카피라이터 역할 지정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유럽 감성 행잉 플래그 간판 상세페이지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유도할 수 있는 후킹 이미지 요청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마음을 건드리는 감성 문구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판매자를 어필할 수 있는 두 가지 내용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 860px / 문구 3개 제안 요청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040880" y="4828032"/>
            <a:ext cx="4736592" cy="475488"/>
          </a:xfrm>
          <a:prstGeom prst="roundRect">
            <a:avLst>
              <a:gd name="adj" fmla="val 9615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205472" y="48280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프롬프트 예시: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https://chatgpt.com/share/6a47bd05-3024-83ee-a302-a5b6cb9ccd00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후킹 이미지 결과물 — ChatGPT 생성 예시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ChatGPT가 생성한 후킹 이미지 결과물입니다. 상세페이지 상단에 리뷰 이미지와 함께 배치합니다.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4005072" cy="51206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90872" y="1481328"/>
            <a:ext cx="4005072" cy="5120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869680" y="1481328"/>
            <a:ext cx="2816352" cy="5120640"/>
          </a:xfrm>
          <a:prstGeom prst="roundRect">
            <a:avLst>
              <a:gd name="adj" fmla="val 259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34272" y="1627632"/>
            <a:ext cx="2487168" cy="420624"/>
          </a:xfrm>
          <a:prstGeom prst="roundRect">
            <a:avLst>
              <a:gd name="adj" fmla="val 10870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9034272" y="162763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방법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34272" y="2157984"/>
            <a:ext cx="248716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이미지와 함께 상세페이지 상단에 배치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문구로 구매 욕구 자극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무제한으로 만족스러운 결과물 완성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링크/배너 — 실전 적용법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11365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 안에 다른 상품으로 유도하는 URL을 넣는 두 가지 방법이 있습니다.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6072" y="1700784"/>
            <a:ext cx="5111496" cy="475488"/>
          </a:xfrm>
          <a:prstGeom prst="roundRect">
            <a:avLst>
              <a:gd name="adj" fmla="val 11538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76072" y="1700784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1  |  배너 이미지 + URL 연결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5029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이미지를 먼저 만든 후, 상품 URL 또는 검색결과 URL을 연결하는 방식
</a:t>
            </a:r>
            <a:r>
              <a:rPr lang="en-US" sz="13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불사자에서도 가능
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스마트스토어 상품 수정 화면의 스마트에디터에서 편집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26974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46520" y="1536192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11112" y="1700784"/>
            <a:ext cx="5111496" cy="475488"/>
          </a:xfrm>
          <a:prstGeom prst="roundRect">
            <a:avLst>
              <a:gd name="adj" fmla="val 11538"/>
            </a:avLst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11112" y="1700784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2  |  위젯으로 상품 유도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0528" y="2304288"/>
            <a:ext cx="52120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상세페이지 내 위젯을 삽입해 타깃 상품으로 자연스럽게 유도하는 방식
• 스마트에디터 위젯 기능 활용
• 이미지 없이도 상품 카드 형태로 노출 가능
• 설정이 간단하고 모바일에서도 잘 보임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7731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실전 활용 포인트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5257800"/>
            <a:ext cx="11365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유입용 저가 상품 상세페이지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마진 높은 메인 상품 배너 심기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문구 예시: "이 상품이 더 인기예요 👉", "함께 많이 찾는 상품"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3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유도하되 표기는 정직하게 — 거짓 할인·오해 유발 → 다크패턴 규제 대상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이미지 만들기 — 예시 &amp; 제작 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유입을 유도하는 배너 이미지 예시 3가지 — 이런 이미지를 만들어 상세페이지에 삽입합니다.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63040"/>
            <a:ext cx="3749040" cy="14813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24528" y="1463040"/>
            <a:ext cx="3749040" cy="14813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28432" y="1463040"/>
            <a:ext cx="3749040" cy="14813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48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1  사다리 상품 배너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22452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2  여름 시즌 배너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037576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3  인기상품 묶음 배너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11480" y="3456432"/>
            <a:ext cx="11365992" cy="36576"/>
          </a:xfrm>
          <a:prstGeom prst="roundRect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411480" y="3584448"/>
            <a:ext cx="11365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배너 이미지 어떻게 만드나요? — </a:t>
            </a:r>
            <a:r>
              <a:rPr lang="en-US" sz="14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ChatGPT로 문구 + 이미지 동시 제작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11480" y="413308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ChatGPT에 제품 정보와 원하는 분위기를 알려주면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문구와 이미지를 함께 만들어 줍니다.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11480" y="4983480"/>
            <a:ext cx="7040880" cy="594360"/>
          </a:xfrm>
          <a:prstGeom prst="roundRect">
            <a:avLst>
              <a:gd name="adj" fmla="val 769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548640" y="4983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GPT 프롬프트 예시:  </a:t>
            </a:r>
            <a:r>
              <a:rPr lang="en-US" sz="115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https://chatgpt.com/c/6a476f76-db38-83e8-b38b-16a8ddf23cf2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98080" y="3456432"/>
            <a:ext cx="427939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ChatGPT가 만들어 준 배너 이미지 — 실제 결과물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유럽 감성 카페 간판 이미지를 요청했을 때 ChatGPT가 생성한 배너 결과물입니다.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1365992" cy="3044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663440"/>
            <a:ext cx="11365992" cy="457200"/>
          </a:xfrm>
          <a:prstGeom prst="roundRect">
            <a:avLst>
              <a:gd name="adj" fmla="val 10000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배너 예시 상품:  </a:t>
            </a:r>
            <a:r>
              <a:rPr lang="en-US" sz="13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https://smartstore.naver.com/braveyong/products/13650813092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수정 페이지에서 스마트에디터로 상세페이지를 수정합니다.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1365992" cy="3922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5532120"/>
            <a:ext cx="11365992" cy="1051560"/>
          </a:xfrm>
          <a:prstGeom prst="roundRect">
            <a:avLst>
              <a:gd name="adj" fmla="val 695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55321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기존에 HTML로 작성된 상세페이지라면, 우측 하단의 [SmartEditor ONE으로 변환하기] 버튼을 클릭합니다.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스마트에디터 상단의 [사진] 버튼을 클릭합니다.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[내 사진] 버튼을 클릭한 후, 저장해 둔 배너 이미지를 선택합니다.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82296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이미지가 상세페이지에 삽입된 것을 확인합니다.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05156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배너에 연결할 URL — 카테고리 URL 또는 키워드 검색결과 URL을 활용합니다.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7048" y="1481328"/>
            <a:ext cx="7315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— '간판'으로 검색한 결과 URL을 복사합니다. ( smartstore.naver.com/braveyong/search?q=간판 )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481328"/>
            <a:ext cx="8686800" cy="47731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스마트에디터에서 배너 이미지를 선택 → 링크 버튼 클릭 → 복사한 URL을 붙여넣습니다.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0515600" cy="53400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삽입 방법 — STEP 8  완료!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상세페이지 안에 배너가 성공적으로 삽입됐습니다.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" y="1481328"/>
            <a:ext cx="914400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6309360"/>
            <a:ext cx="11365992" cy="365760"/>
          </a:xfrm>
          <a:prstGeom prst="roundRect">
            <a:avLst>
              <a:gd name="adj" fmla="val 12500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배너 예시 상품: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https://smartstore.naver.com/braveyong/products/13650813092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수정 페이지에서 스마트에디터로 상세페이지를 수정합니다.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1365992" cy="3922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5532120"/>
            <a:ext cx="11365992" cy="1051560"/>
          </a:xfrm>
          <a:prstGeom prst="roundRect">
            <a:avLst>
              <a:gd name="adj" fmla="val 695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55321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배너(이미지)가 아닌 위젯(텍스트 상품 카드)으로 내부 유입을 만드는 방법입니다.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위에 클릭을 유도하는 문구를 먼저 작성합니다.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7048" y="1481328"/>
            <a:ext cx="82296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 유도 문구 예시 모음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위에 넣는 클릭 유도 문구 — 상황에 맞게 골라서 사용하세요.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3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↓↓↓  옵션목록에 없는 상품 구매하기  ↓↓↓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130552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이 상품도 같이 보셨나요?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752344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이걸 찾으시는 분들이 많아요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3374136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3741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품절 전에 확인하세요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3995928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995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👇  함께 구매하면 더 좋은 상품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4617720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  사이즈가 고민되신다면? 여기서 확인하세요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5239512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" y="52395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더 크고 작은 사이즈도 있어요 → 클릭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1480" y="5861304"/>
            <a:ext cx="11365992" cy="530352"/>
          </a:xfrm>
          <a:prstGeom prst="roundRect">
            <a:avLst>
              <a:gd name="adj" fmla="val 1206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" y="586130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원하는 사이즈가 없으신가요? 여기 있습니다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스마트에디터 우측 상단의 [글감] 버튼을 클릭합니다.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82296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검색창에서 [쇼핑] 글감 아이콘을 클릭합니다.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7772400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위젯을 넣고 싶은 상품의 상품명 + 마켓명을 함께 입력해서 검색합니다.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77724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6236208"/>
            <a:ext cx="11365992" cy="457200"/>
          </a:xfrm>
          <a:prstGeom prst="roundRect">
            <a:avLst>
              <a:gd name="adj" fmla="val 12000"/>
            </a:avLst>
          </a:prstGeom>
          <a:solidFill>
            <a:srgbClr val="2A1A1F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62362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마켓명 없이 검색하면 연관 상품이 많이 뜹니다. 반드시 상품명 + 마켓명을 함께 입력하세요!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삽입 방법 — STEP 6  완료!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위젯이 상세페이지에 삽입됐습니다. [등록] 버튼을 눌러 상품 수정을 완료합니다.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481328"/>
            <a:ext cx="77724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6236208"/>
            <a:ext cx="11365992" cy="457200"/>
          </a:xfrm>
          <a:prstGeom prst="roundRect">
            <a:avLst>
              <a:gd name="adj" fmla="val 10000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62362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위젯 예시 상품:  </a:t>
            </a:r>
            <a:r>
              <a:rPr lang="en-US" sz="1200" u="sng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https://smartstore.naver.com/braveyong/products/13650791367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2951</Words>
  <Application>Microsoft Office PowerPoint</Application>
  <PresentationFormat>와이드스크린</PresentationFormat>
  <Paragraphs>474</Paragraphs>
  <Slides>50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용감한 용팀장 실전반 1기 4주차</dc:title>
  <dc:subject>PptxGenJS Presentation</dc:subject>
  <dc:creator>PptxGenJS</dc:creator>
  <cp:lastModifiedBy>용 최</cp:lastModifiedBy>
  <cp:revision>1</cp:revision>
  <dcterms:created xsi:type="dcterms:W3CDTF">2026-07-03T14:40:00Z</dcterms:created>
  <dcterms:modified xsi:type="dcterms:W3CDTF">2026-07-03T15:40:21Z</dcterms:modified>
</cp:coreProperties>
</file>