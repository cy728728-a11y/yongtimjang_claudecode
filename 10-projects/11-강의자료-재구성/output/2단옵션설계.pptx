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02" r:id="rId18"/>
    <p:sldId id="309" r:id="rId19"/>
    <p:sldId id="31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7C0C8-7DE3-48A2-B9A7-D2D06C6D6F39}" v="1" dt="2026-06-19T05:54:59.872"/>
    <p1510:client id="{7C0CA53F-1C45-4A99-856A-0CAF1B68022D}" v="1" dt="2026-06-19T12:52:12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14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688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객단가를 높이는 2단 옵션 설계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 옵션은 저가로 유입을 만들고, 2번 옵션으로 전환과 객단가를 끌어올린다.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대표상품(유입용) · 저마진 세팅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실제 노출되는 가격 → 저마진으로 세팅해 클릭·유입 극대화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클릭해 들어오면 나머지 옵션도 함께 노출</a:t>
            </a:r>
          </a:p>
          <a:p>
            <a:pPr marL="0" indent="0" algn="l">
              <a:lnSpc>
                <a:spcPct val="60000"/>
              </a:lnSpc>
              <a:buNone/>
            </a:pPr>
            <a:endParaRPr lang="ko-KR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옵션 · 고마진 세팅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마진 약 25% 수준으로 세팅 → 객단가·수익 확보</a:t>
            </a:r>
          </a:p>
          <a:p>
            <a:pPr marL="0" indent="0" algn="l">
              <a:lnSpc>
                <a:spcPct val="60000"/>
              </a:lnSpc>
              <a:buNone/>
            </a:pPr>
            <a:endParaRPr lang="ko-KR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결과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대표상품 판매 → 저마진이지만 인기도 점수 ↑ (노출 상승)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ko-KR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옵션 판매 → 고마진으로 수익 실현</a:t>
            </a:r>
          </a:p>
        </p:txBody>
      </p:sp>
    </p:spTree>
    <p:extLst>
      <p:ext uri="{BB962C8B-B14F-4D97-AF65-F5344CB8AC3E}">
        <p14:creationId xmlns:p14="http://schemas.microsoft.com/office/powerpoint/2010/main" val="86389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용감한용팀장 전용 마진 세팅 기능</a:t>
            </a:r>
          </a:p>
        </p:txBody>
      </p:sp>
      <p:sp>
        <p:nvSpPr>
          <p:cNvPr id="9" name="Shape 6"/>
          <p:cNvSpPr/>
          <p:nvPr/>
        </p:nvSpPr>
        <p:spPr>
          <a:xfrm>
            <a:off x="546100" y="381000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3924300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93800" y="3784600"/>
            <a:ext cx="889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2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 개별상품 수정 → 마진 세팅 화면</a:t>
            </a:r>
          </a:p>
        </p:txBody>
      </p:sp>
      <p:sp>
        <p:nvSpPr>
          <p:cNvPr id="12" name="Text 8"/>
          <p:cNvSpPr/>
          <p:nvPr/>
        </p:nvSpPr>
        <p:spPr>
          <a:xfrm>
            <a:off x="571500" y="4419600"/>
            <a:ext cx="11049000" cy="226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lang="ko-KR" sz="21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2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옵션별 마진을 직접 세팅 — </a:t>
            </a:r>
            <a:r>
              <a:rPr lang="ko-KR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오직 용감한용팀장 수강생만 쓸 수 있는 기능</a:t>
            </a:r>
          </a:p>
          <a:p>
            <a:pPr marL="0" indent="0" algn="l">
              <a:lnSpc>
                <a:spcPct val="130000"/>
              </a:lnSpc>
              <a:spcAft>
                <a:spcPts val="1400"/>
              </a:spcAft>
              <a:buNone/>
            </a:pPr>
            <a:r>
              <a:rPr lang="ko-KR" sz="21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2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셀러는 이 전략의 존재 자체를 모른다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ko-KR" sz="21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ko-KR" sz="21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알아도 직접 적용하기 어렵다 → </a:t>
            </a:r>
            <a:r>
              <a:rPr lang="ko-KR" sz="21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사람만 쓰는 지속 가능한 경쟁력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0AE4078-C03B-5F09-43C3-B21FD9ACB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168400"/>
            <a:ext cx="91440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28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8000" y="2387600"/>
            <a:ext cx="1117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4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내용은 여기까지!</a:t>
            </a:r>
          </a:p>
        </p:txBody>
      </p:sp>
      <p:sp>
        <p:nvSpPr>
          <p:cNvPr id="12" name="Text 8"/>
          <p:cNvSpPr/>
          <p:nvPr/>
        </p:nvSpPr>
        <p:spPr>
          <a:xfrm>
            <a:off x="508000" y="3911600"/>
            <a:ext cx="1117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ko-KR" sz="2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이제부터 실습 &amp; Q&amp;A 시간입니다</a:t>
            </a:r>
          </a:p>
        </p:txBody>
      </p:sp>
    </p:spTree>
    <p:extLst>
      <p:ext uri="{BB962C8B-B14F-4D97-AF65-F5344CB8AC3E}">
        <p14:creationId xmlns:p14="http://schemas.microsoft.com/office/powerpoint/2010/main" val="2245624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3D512D-FA4A-4A1A-B1AE-A45D6FFE9CD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c64c233-0c18-4aab-8789-7f6a2a06d18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1485</Words>
  <Application>Microsoft Office PowerPoint</Application>
  <PresentationFormat>와이드스크린</PresentationFormat>
  <Paragraphs>223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5</cp:revision>
  <dcterms:created xsi:type="dcterms:W3CDTF">2026-06-16T15:56:59Z</dcterms:created>
  <dcterms:modified xsi:type="dcterms:W3CDTF">2026-06-19T13:17:10Z</dcterms:modified>
</cp:coreProperties>
</file>