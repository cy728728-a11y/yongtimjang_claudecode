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4AB880-86D9-4215-A1AE-06DC2BC783A5}" v="1" dt="2026-07-03T15:39:59.6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8DF79C0F-0B75-4C12-8AA2-E2DCB94864A2}"/>
    <pc:docChg chg="modSld">
      <pc:chgData name="용 최" userId="1589a7fea772e98f" providerId="LiveId" clId="{8DF79C0F-0B75-4C12-8AA2-E2DCB94864A2}" dt="2026-07-03T15:40:16.703" v="61" actId="20577"/>
      <pc:docMkLst>
        <pc:docMk/>
      </pc:docMkLst>
      <pc:sldChg chg="modSp mod">
        <pc:chgData name="용 최" userId="1589a7fea772e98f" providerId="LiveId" clId="{8DF79C0F-0B75-4C12-8AA2-E2DCB94864A2}" dt="2026-07-03T15:38:50.434" v="26" actId="1038"/>
        <pc:sldMkLst>
          <pc:docMk/>
          <pc:sldMk cId="0" sldId="284"/>
        </pc:sldMkLst>
        <pc:picChg chg="mod">
          <ac:chgData name="용 최" userId="1589a7fea772e98f" providerId="LiveId" clId="{8DF79C0F-0B75-4C12-8AA2-E2DCB94864A2}" dt="2026-07-03T15:38:50.434" v="26" actId="1038"/>
          <ac:picMkLst>
            <pc:docMk/>
            <pc:sldMk cId="0" sldId="284"/>
            <ac:picMk id="6" creationId="{00000000-0000-0000-0000-000000000000}"/>
          </ac:picMkLst>
        </pc:picChg>
      </pc:sldChg>
      <pc:sldChg chg="modSp mod">
        <pc:chgData name="용 최" userId="1589a7fea772e98f" providerId="LiveId" clId="{8DF79C0F-0B75-4C12-8AA2-E2DCB94864A2}" dt="2026-07-03T15:40:16.703" v="61" actId="20577"/>
        <pc:sldMkLst>
          <pc:docMk/>
          <pc:sldMk cId="0" sldId="303"/>
        </pc:sldMkLst>
        <pc:spChg chg="mod">
          <ac:chgData name="용 최" userId="1589a7fea772e98f" providerId="LiveId" clId="{8DF79C0F-0B75-4C12-8AA2-E2DCB94864A2}" dt="2026-07-03T15:39:45.235" v="27" actId="1076"/>
          <ac:spMkLst>
            <pc:docMk/>
            <pc:sldMk cId="0" sldId="303"/>
            <ac:spMk id="5" creationId="{00000000-0000-0000-0000-000000000000}"/>
          </ac:spMkLst>
        </pc:spChg>
        <pc:spChg chg="mod">
          <ac:chgData name="용 최" userId="1589a7fea772e98f" providerId="LiveId" clId="{8DF79C0F-0B75-4C12-8AA2-E2DCB94864A2}" dt="2026-07-03T15:39:59.620" v="52"/>
          <ac:spMkLst>
            <pc:docMk/>
            <pc:sldMk cId="0" sldId="303"/>
            <ac:spMk id="9" creationId="{00000000-0000-0000-0000-000000000000}"/>
          </ac:spMkLst>
        </pc:spChg>
        <pc:spChg chg="mod">
          <ac:chgData name="용 최" userId="1589a7fea772e98f" providerId="LiveId" clId="{8DF79C0F-0B75-4C12-8AA2-E2DCB94864A2}" dt="2026-07-03T15:40:16.703" v="61" actId="20577"/>
          <ac:spMkLst>
            <pc:docMk/>
            <pc:sldMk cId="0" sldId="303"/>
            <ac:spMk id="21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79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진단 — 어디서 막히는지 찾는다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1365992" cy="1024128"/>
          </a:xfrm>
          <a:prstGeom prst="roundRect">
            <a:avLst>
              <a:gd name="adj" fmla="val 7143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512064" cy="512064"/>
          </a:xfrm>
          <a:prstGeom prst="ellipse">
            <a:avLst/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325880" y="1078992"/>
            <a:ext cx="10241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목표
</a:t>
            </a:r>
            <a:endParaRPr lang="en-US" sz="1100" dirty="0"/>
          </a:p>
          <a:p>
            <a:pPr marL="0" indent="0">
              <a:buNone/>
            </a:pPr>
            <a:r>
              <a:rPr lang="en-US" sz="14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유입수 → 전환율 2단계 흐름을 보고, 내 상품의 병목을 직접 짚어낸다.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304288"/>
            <a:ext cx="420624" cy="420624"/>
          </a:xfrm>
          <a:prstGeom prst="ellipse">
            <a:avLst/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3042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내용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113659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유입수 낮음 → 키워드·상품명 점검 (노출 자체가 적음)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클릭수 있는데 전환 없음 → 가격·상세페이지 점검 → 광고 데이터, 네이버 방문분석 확인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TOP10에서 팔린 상품 → 네이버 판매분석 데이터로 상세페이지 개선 우선순위 결정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 진단 프레임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650992" cy="5440680"/>
          </a:xfrm>
          <a:prstGeom prst="roundRect">
            <a:avLst>
              <a:gd name="adj" fmla="val 1681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6072" y="1115568"/>
            <a:ext cx="5321808" cy="475488"/>
          </a:xfrm>
          <a:prstGeom prst="roundRect">
            <a:avLst>
              <a:gd name="adj" fmla="val 11538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76072" y="1115568"/>
            <a:ext cx="5321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유입 진단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55648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질문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5193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노출은 되고 있나?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52928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정상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5193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클릭수·노출수 일정 수준 이상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950208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이상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279392"/>
            <a:ext cx="5193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클릭·노출 둘 다 낮음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047488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처방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376672"/>
            <a:ext cx="5193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키워드·상품명 수정 → 재업 / 썸네일 교체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상품과 함께 노출되는 주변 상품 분석, 광고 CPC 상향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73368" y="960120"/>
            <a:ext cx="5650992" cy="5440680"/>
          </a:xfrm>
          <a:prstGeom prst="roundRect">
            <a:avLst>
              <a:gd name="adj" fmla="val 1681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537960" y="1115568"/>
            <a:ext cx="5321808" cy="475488"/>
          </a:xfrm>
          <a:prstGeom prst="roundRect">
            <a:avLst>
              <a:gd name="adj" fmla="val 11538"/>
            </a:avLst>
          </a:prstGeom>
          <a:solidFill>
            <a:srgbClr val="5FA894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537960" y="1115568"/>
            <a:ext cx="5321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판매 전환 진단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01968" y="1755648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질문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01968" y="2084832"/>
            <a:ext cx="5193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들어오는데 안 사나?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01968" y="2852928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정상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01968" y="3182112"/>
            <a:ext cx="5193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광고 데이터 기준으로 전환율 4~5% 이상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01968" y="3950208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이상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01968" y="4279392"/>
            <a:ext cx="5193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 있는데 전환율 3% 미만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01968" y="5047488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처방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01968" y="5376672"/>
            <a:ext cx="5193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상품과 함께 노출되는 주변 상품과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가격/상세페이지 비교 → 가격 조정 → 상세페이지 개선 / 리뷰 유도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유입 진단 — 방문 데이터 확인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스마트스토어 데이터분석 → 방문 분석에서 방문수를 확인합니다.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1463040" cy="270662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29968" y="1481328"/>
            <a:ext cx="8199120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유입 진단 — 방문수 목표 &amp; 진단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방문수 데이터로 마켓 유입을 확인하고, 상위노출 상품의 경쟁 환경을 분석합니다.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8229600" cy="24780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823960" y="1481328"/>
            <a:ext cx="2953512" cy="2478024"/>
          </a:xfrm>
          <a:prstGeom prst="roundRect">
            <a:avLst>
              <a:gd name="adj" fmla="val 2952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988552" y="1627632"/>
            <a:ext cx="2624328" cy="402336"/>
          </a:xfrm>
          <a:prstGeom prst="roundRect">
            <a:avLst>
              <a:gd name="adj" fmla="val 11364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988552" y="1627632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방문수 목표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988552" y="2103120"/>
            <a:ext cx="2624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최소 100~200건 이상을 목표로 상품 등록·관리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4114800"/>
            <a:ext cx="11365992" cy="2514600"/>
          </a:xfrm>
          <a:prstGeom prst="roundRect">
            <a:avLst>
              <a:gd name="adj" fmla="val 2909"/>
            </a:avLst>
          </a:prstGeom>
          <a:solidFill>
            <a:srgbClr val="1A2030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4360" y="4224528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확인사항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상위노출 되고 있으나 유입이 없는 상품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상위노출 키워드로 검색했을 때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함께 노출되는 주변 상품과 비교·분석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내 상품의 가격이 현저히 높지 않은가?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이미 리뷰·구매·찜이 압도적으로 많은 경쟁 상품이 있지 않은가?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이 노출 환경에서 내 상품의 경쟁력은 있는가?  →  내가 소비자라면 내 상품을 클릭할 것인가?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유입 진단 — 주변 상품 비교 예시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— '깃발간판' 키워드로 내 상품이 노출될 때의 주변 경쟁 환경입니다.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8229600" cy="4453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869680" y="1481328"/>
            <a:ext cx="2907792" cy="4453128"/>
          </a:xfrm>
          <a:prstGeom prst="roundRect">
            <a:avLst>
              <a:gd name="adj" fmla="val 2516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034272" y="1627632"/>
            <a:ext cx="2578608" cy="402336"/>
          </a:xfrm>
          <a:prstGeom prst="roundRect">
            <a:avLst>
              <a:gd name="adj" fmla="val 11364"/>
            </a:avLst>
          </a:prstGeom>
          <a:solidFill>
            <a:srgbClr val="A33C4E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9034272" y="162763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포인트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034272" y="2148840"/>
            <a:ext cx="257860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리뷰·판매가 많은 경쟁 상품이 많다면 클릭하기 어려운 환경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단색 배경 썸네일 등으로 차별화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필드로 '시안 무제한 수정·검수 가능' 등 포인트 강조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00" b="1" dirty="0">
                <a:solidFill>
                  <a:srgbClr val="A33C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경쟁이 심하지 않은 다른 키워드로 상품명을 수정하는 것도 하나의 전략!!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유입 진단 — 키워드 교체 전략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상품이라도 키워드를 바꾸면 노출 환경이 달라집니다. 경쟁이 적은 키워드를 찾아보세요.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6888882" cy="4919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66760" y="1481328"/>
            <a:ext cx="3410712" cy="5550408"/>
          </a:xfrm>
          <a:prstGeom prst="roundRect">
            <a:avLst>
              <a:gd name="adj" fmla="val 2145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531352" y="1627632"/>
            <a:ext cx="3081528" cy="402336"/>
          </a:xfrm>
          <a:prstGeom prst="roundRect">
            <a:avLst>
              <a:gd name="adj" fmla="val 11364"/>
            </a:avLst>
          </a:prstGeom>
          <a:solidFill>
            <a:srgbClr val="5FA894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531352" y="1627632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전략 포인트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31352" y="2148840"/>
            <a:ext cx="3081528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'돌출형 행잉간판' 키워드로 등록 즉시 2위 노출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경쟁이 심한 '깃발간판' 키워드를 포기하는 것이 나은 선택일 수 있음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주변 상품과 비교해 썸네일만 차별화해도 유입이 생길 수 있는 케이스</a:t>
            </a:r>
            <a:endParaRPr lang="en-US" sz="12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상품명 키워드를 바꾸면 전혀 다른 노출 환경으로 진입 가능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판매 전환 진단 — 상세페이지 개선 전략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방문수가 있는 상품은 노출이 되고 있는 상품 — 상세페이지 개선으로 전환율을 높입니다.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2377440" cy="4233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017520" y="1481328"/>
            <a:ext cx="8778240" cy="4233672"/>
          </a:xfrm>
          <a:prstGeom prst="roundRect">
            <a:avLst>
              <a:gd name="adj" fmla="val 216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182112" y="1627632"/>
            <a:ext cx="8449056" cy="438912"/>
          </a:xfrm>
          <a:prstGeom prst="roundRect">
            <a:avLst>
              <a:gd name="adj" fmla="val 12500"/>
            </a:avLst>
          </a:prstGeom>
          <a:solidFill>
            <a:srgbClr val="5FA894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182112" y="1627632"/>
            <a:ext cx="8449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방문수 있는 상품 → 상세페이지 기획으로 전환율 끌어올리기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182112" y="2212848"/>
            <a:ext cx="844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방문수 TOP 상품들 = 노출이 되고 있는 상품 → 이 상품들의 상세페이지를 먼저 개선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주변 노출 상품의 상세페이지와 비교 → 내 상품을 살 이유가 있는가 판단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상세페이지: 깔끔한 번역 상태 → 업그레이드 필요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4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방향: 상단에 리뷰 이미지 삽입 / 후킹 이미지 추가 / 사고 싶게 만드는 기획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1480" y="6812280"/>
            <a:ext cx="11365992" cy="292608"/>
          </a:xfrm>
          <a:prstGeom prst="roundRect">
            <a:avLst>
              <a:gd name="adj" fmla="val 15625"/>
            </a:avLst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4360" y="5943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8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리뷰 이미지 및 후킹 이미지 제작 방법은 이 장표 뒤에서 자세히 설명합니다.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판매 전환 진단 — 판매 TOP10 조회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스마트스토어 판매 분석에서 판매 상품 TOP10을 조회합니다.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1463040" cy="267004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29968" y="1481328"/>
            <a:ext cx="8134864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402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판매 전환 진단 — TOP10 분석 &amp; 전략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5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TOP10 상품 데이터를 바탕으로 판매량과 객단가를 높이는 전략을 세웁니다.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481328"/>
            <a:ext cx="4572000" cy="383133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66360" y="1481328"/>
            <a:ext cx="3931920" cy="51206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281160" y="1481328"/>
            <a:ext cx="2496312" cy="5120640"/>
          </a:xfrm>
          <a:prstGeom prst="roundRect">
            <a:avLst>
              <a:gd name="adj" fmla="val 293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  <a:effectLst>
            <a:outerShdw blurRad="1143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445752" y="1627632"/>
            <a:ext cx="2167128" cy="402336"/>
          </a:xfrm>
          <a:prstGeom prst="roundRect">
            <a:avLst>
              <a:gd name="adj" fmla="val 11364"/>
            </a:avLst>
          </a:prstGeom>
          <a:solidFill>
            <a:srgbClr val="E0A9A2"/>
          </a:solidFill>
          <a:ln w="12700">
            <a:solidFill>
              <a:srgbClr val="E0A9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9445752" y="1627632"/>
            <a:ext cx="2167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 확대 전략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445752" y="2148840"/>
            <a:ext cx="2167128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TOP10 = 이미 팔리는 상품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상품들에 집중 투자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유도로 신뢰도 상승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12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판매 데이터가 쌓일수록 인기도 점수 상승 → 선순환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2951</Words>
  <Application>Microsoft Office PowerPoint</Application>
  <PresentationFormat>와이드스크린</PresentationFormat>
  <Paragraphs>474</Paragraphs>
  <Slides>50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2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용감한 용팀장 실전반 1기 4주차</dc:title>
  <dc:subject>PptxGenJS Presentation</dc:subject>
  <dc:creator>PptxGenJS</dc:creator>
  <cp:lastModifiedBy>용 최</cp:lastModifiedBy>
  <cp:revision>1</cp:revision>
  <dcterms:created xsi:type="dcterms:W3CDTF">2026-07-03T14:40:00Z</dcterms:created>
  <dcterms:modified xsi:type="dcterms:W3CDTF">2026-07-03T15:40:21Z</dcterms:modified>
</cp:coreProperties>
</file>