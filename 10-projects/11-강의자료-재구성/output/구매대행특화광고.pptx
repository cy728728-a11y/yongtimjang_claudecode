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130"/>
    <a:srgbClr val="1416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630BA9-FA84-4F1A-84A4-12FF6DBF1788}" v="3" dt="2026-06-26T14:26:35.263"/>
    <p1510:client id="{662297DB-3009-49BD-A33A-F9324C99E058}" v="30" vWet="31" dt="2026-06-26T07:40:42.023"/>
    <p1510:client id="{AE320EE3-6629-4F24-A303-5A7952CCAB20}" v="3" dt="2026-06-26T04:49:33.600"/>
    <p1510:client id="{B40A4064-3035-46EB-A17E-8A3129D30366}" v="2" dt="2026-06-26T14:07:21.8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용 최" userId="1589a7fea772e98f" providerId="LiveId" clId="{2278AE4D-1D9B-403D-98CE-CD0A01F10ABE}"/>
    <pc:docChg chg="undo custSel delSld modSld">
      <pc:chgData name="용 최" userId="1589a7fea772e98f" providerId="LiveId" clId="{2278AE4D-1D9B-403D-98CE-CD0A01F10ABE}" dt="2026-06-26T14:33:38.695" v="1027" actId="20577"/>
      <pc:docMkLst>
        <pc:docMk/>
      </pc:docMkLst>
      <pc:sldChg chg="modSp mod">
        <pc:chgData name="용 최" userId="1589a7fea772e98f" providerId="LiveId" clId="{2278AE4D-1D9B-403D-98CE-CD0A01F10ABE}" dt="2026-06-26T04:37:50.202" v="95" actId="20577"/>
        <pc:sldMkLst>
          <pc:docMk/>
          <pc:sldMk cId="0" sldId="261"/>
        </pc:sldMkLst>
        <pc:spChg chg="mod">
          <ac:chgData name="용 최" userId="1589a7fea772e98f" providerId="LiveId" clId="{2278AE4D-1D9B-403D-98CE-CD0A01F10ABE}" dt="2026-06-26T04:37:50.202" v="95" actId="20577"/>
          <ac:spMkLst>
            <pc:docMk/>
            <pc:sldMk cId="0" sldId="261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04:38:14.730" v="120" actId="20577"/>
        <pc:sldMkLst>
          <pc:docMk/>
          <pc:sldMk cId="0" sldId="262"/>
        </pc:sldMkLst>
        <pc:spChg chg="mod">
          <ac:chgData name="용 최" userId="1589a7fea772e98f" providerId="LiveId" clId="{2278AE4D-1D9B-403D-98CE-CD0A01F10ABE}" dt="2026-06-26T04:38:14.730" v="120" actId="20577"/>
          <ac:spMkLst>
            <pc:docMk/>
            <pc:sldMk cId="0" sldId="262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2:35:16.687" v="307" actId="20577"/>
        <pc:sldMkLst>
          <pc:docMk/>
          <pc:sldMk cId="0" sldId="264"/>
        </pc:sldMkLst>
        <pc:spChg chg="mod">
          <ac:chgData name="용 최" userId="1589a7fea772e98f" providerId="LiveId" clId="{2278AE4D-1D9B-403D-98CE-CD0A01F10ABE}" dt="2026-06-26T12:35:16.687" v="307" actId="20577"/>
          <ac:spMkLst>
            <pc:docMk/>
            <pc:sldMk cId="0" sldId="264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04:07.152" v="518" actId="14100"/>
        <pc:sldMkLst>
          <pc:docMk/>
          <pc:sldMk cId="0" sldId="265"/>
        </pc:sldMkLst>
        <pc:spChg chg="mod">
          <ac:chgData name="용 최" userId="1589a7fea772e98f" providerId="LiveId" clId="{2278AE4D-1D9B-403D-98CE-CD0A01F10ABE}" dt="2026-06-26T14:04:07.152" v="518" actId="14100"/>
          <ac:spMkLst>
            <pc:docMk/>
            <pc:sldMk cId="0" sldId="265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05:06.057" v="558" actId="6549"/>
        <pc:sldMkLst>
          <pc:docMk/>
          <pc:sldMk cId="0" sldId="266"/>
        </pc:sldMkLst>
        <pc:spChg chg="mod">
          <ac:chgData name="용 최" userId="1589a7fea772e98f" providerId="LiveId" clId="{2278AE4D-1D9B-403D-98CE-CD0A01F10ABE}" dt="2026-06-26T14:05:06.057" v="558" actId="6549"/>
          <ac:spMkLst>
            <pc:docMk/>
            <pc:sldMk cId="0" sldId="266"/>
            <ac:spMk id="12" creationId="{00000000-0000-0000-0000-000000000000}"/>
          </ac:spMkLst>
        </pc:spChg>
      </pc:sldChg>
      <pc:sldChg chg="modSp del mod">
        <pc:chgData name="용 최" userId="1589a7fea772e98f" providerId="LiveId" clId="{2278AE4D-1D9B-403D-98CE-CD0A01F10ABE}" dt="2026-06-26T14:24:57.863" v="668" actId="47"/>
        <pc:sldMkLst>
          <pc:docMk/>
          <pc:sldMk cId="0" sldId="267"/>
        </pc:sldMkLst>
        <pc:spChg chg="mod">
          <ac:chgData name="용 최" userId="1589a7fea772e98f" providerId="LiveId" clId="{2278AE4D-1D9B-403D-98CE-CD0A01F10ABE}" dt="2026-06-26T14:24:39.281" v="667"/>
          <ac:spMkLst>
            <pc:docMk/>
            <pc:sldMk cId="0" sldId="267"/>
            <ac:spMk id="4" creationId="{00000000-0000-0000-0000-000000000000}"/>
          </ac:spMkLst>
        </pc:spChg>
        <pc:spChg chg="mod">
          <ac:chgData name="용 최" userId="1589a7fea772e98f" providerId="LiveId" clId="{2278AE4D-1D9B-403D-98CE-CD0A01F10ABE}" dt="2026-06-26T14:07:46.028" v="660" actId="14100"/>
          <ac:spMkLst>
            <pc:docMk/>
            <pc:sldMk cId="0" sldId="267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04:40:09.416" v="133" actId="207"/>
        <pc:sldMkLst>
          <pc:docMk/>
          <pc:sldMk cId="0" sldId="269"/>
        </pc:sldMkLst>
        <pc:spChg chg="mod">
          <ac:chgData name="용 최" userId="1589a7fea772e98f" providerId="LiveId" clId="{2278AE4D-1D9B-403D-98CE-CD0A01F10ABE}" dt="2026-06-26T04:39:35.501" v="123" actId="207"/>
          <ac:spMkLst>
            <pc:docMk/>
            <pc:sldMk cId="0" sldId="269"/>
            <ac:spMk id="3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9.416" v="133" actId="207"/>
          <ac:spMkLst>
            <pc:docMk/>
            <pc:sldMk cId="0" sldId="269"/>
            <ac:spMk id="4" creationId="{00000000-0000-0000-0000-000000000000}"/>
          </ac:spMkLst>
        </pc:spChg>
        <pc:spChg chg="mod">
          <ac:chgData name="용 최" userId="1589a7fea772e98f" providerId="LiveId" clId="{2278AE4D-1D9B-403D-98CE-CD0A01F10ABE}" dt="2026-06-26T04:39:29.476" v="122" actId="207"/>
          <ac:spMkLst>
            <pc:docMk/>
            <pc:sldMk cId="0" sldId="269"/>
            <ac:spMk id="5" creationId="{00000000-0000-0000-0000-000000000000}"/>
          </ac:spMkLst>
        </pc:spChg>
        <pc:spChg chg="mod">
          <ac:chgData name="용 최" userId="1589a7fea772e98f" providerId="LiveId" clId="{2278AE4D-1D9B-403D-98CE-CD0A01F10ABE}" dt="2026-06-26T04:39:39.057" v="124" actId="207"/>
          <ac:spMkLst>
            <pc:docMk/>
            <pc:sldMk cId="0" sldId="269"/>
            <ac:spMk id="10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4.144" v="130" actId="207"/>
          <ac:spMkLst>
            <pc:docMk/>
            <pc:sldMk cId="0" sldId="269"/>
            <ac:spMk id="11" creationId="{00000000-0000-0000-0000-000000000000}"/>
          </ac:spMkLst>
        </pc:spChg>
        <pc:spChg chg="mod">
          <ac:chgData name="용 최" userId="1589a7fea772e98f" providerId="LiveId" clId="{2278AE4D-1D9B-403D-98CE-CD0A01F10ABE}" dt="2026-06-26T04:39:29.476" v="122" actId="207"/>
          <ac:spMkLst>
            <pc:docMk/>
            <pc:sldMk cId="0" sldId="269"/>
            <ac:spMk id="13" creationId="{00000000-0000-0000-0000-000000000000}"/>
          </ac:spMkLst>
        </pc:spChg>
        <pc:spChg chg="mod">
          <ac:chgData name="용 최" userId="1589a7fea772e98f" providerId="LiveId" clId="{2278AE4D-1D9B-403D-98CE-CD0A01F10ABE}" dt="2026-06-26T04:39:44.307" v="127" actId="115"/>
          <ac:spMkLst>
            <pc:docMk/>
            <pc:sldMk cId="0" sldId="269"/>
            <ac:spMk id="18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4.144" v="130" actId="207"/>
          <ac:spMkLst>
            <pc:docMk/>
            <pc:sldMk cId="0" sldId="269"/>
            <ac:spMk id="19" creationId="{00000000-0000-0000-0000-000000000000}"/>
          </ac:spMkLst>
        </pc:spChg>
        <pc:spChg chg="mod">
          <ac:chgData name="용 최" userId="1589a7fea772e98f" providerId="LiveId" clId="{2278AE4D-1D9B-403D-98CE-CD0A01F10ABE}" dt="2026-06-26T04:39:29.476" v="122" actId="207"/>
          <ac:spMkLst>
            <pc:docMk/>
            <pc:sldMk cId="0" sldId="269"/>
            <ac:spMk id="21" creationId="{00000000-0000-0000-0000-000000000000}"/>
          </ac:spMkLst>
        </pc:spChg>
        <pc:spChg chg="mod">
          <ac:chgData name="용 최" userId="1589a7fea772e98f" providerId="LiveId" clId="{2278AE4D-1D9B-403D-98CE-CD0A01F10ABE}" dt="2026-06-26T04:39:46.872" v="128" actId="207"/>
          <ac:spMkLst>
            <pc:docMk/>
            <pc:sldMk cId="0" sldId="269"/>
            <ac:spMk id="26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4.144" v="130" actId="207"/>
          <ac:spMkLst>
            <pc:docMk/>
            <pc:sldMk cId="0" sldId="269"/>
            <ac:spMk id="27" creationId="{00000000-0000-0000-0000-000000000000}"/>
          </ac:spMkLst>
        </pc:spChg>
        <pc:spChg chg="mod">
          <ac:chgData name="용 최" userId="1589a7fea772e98f" providerId="LiveId" clId="{2278AE4D-1D9B-403D-98CE-CD0A01F10ABE}" dt="2026-06-26T04:39:29.476" v="122" actId="207"/>
          <ac:spMkLst>
            <pc:docMk/>
            <pc:sldMk cId="0" sldId="269"/>
            <ac:spMk id="29" creationId="{00000000-0000-0000-0000-000000000000}"/>
          </ac:spMkLst>
        </pc:spChg>
        <pc:spChg chg="mod">
          <ac:chgData name="용 최" userId="1589a7fea772e98f" providerId="LiveId" clId="{2278AE4D-1D9B-403D-98CE-CD0A01F10ABE}" dt="2026-06-26T04:39:53.840" v="129" actId="207"/>
          <ac:spMkLst>
            <pc:docMk/>
            <pc:sldMk cId="0" sldId="269"/>
            <ac:spMk id="34" creationId="{00000000-0000-0000-0000-000000000000}"/>
          </ac:spMkLst>
        </pc:spChg>
        <pc:spChg chg="mod">
          <ac:chgData name="용 최" userId="1589a7fea772e98f" providerId="LiveId" clId="{2278AE4D-1D9B-403D-98CE-CD0A01F10ABE}" dt="2026-06-26T04:40:04.144" v="130" actId="207"/>
          <ac:spMkLst>
            <pc:docMk/>
            <pc:sldMk cId="0" sldId="269"/>
            <ac:spMk id="35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04:43:30.637" v="224" actId="20577"/>
        <pc:sldMkLst>
          <pc:docMk/>
          <pc:sldMk cId="0" sldId="270"/>
        </pc:sldMkLst>
        <pc:spChg chg="mod">
          <ac:chgData name="용 최" userId="1589a7fea772e98f" providerId="LiveId" clId="{2278AE4D-1D9B-403D-98CE-CD0A01F10ABE}" dt="2026-06-26T04:43:30.637" v="224" actId="20577"/>
          <ac:spMkLst>
            <pc:docMk/>
            <pc:sldMk cId="0" sldId="270"/>
            <ac:spMk id="5" creationId="{00000000-0000-0000-0000-000000000000}"/>
          </ac:spMkLst>
        </pc:spChg>
        <pc:spChg chg="mod">
          <ac:chgData name="용 최" userId="1589a7fea772e98f" providerId="LiveId" clId="{2278AE4D-1D9B-403D-98CE-CD0A01F10ABE}" dt="2026-06-26T04:39:15.326" v="121" actId="207"/>
          <ac:spMkLst>
            <pc:docMk/>
            <pc:sldMk cId="0" sldId="270"/>
            <ac:spMk id="8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04:47:33.429" v="237" actId="20577"/>
        <pc:sldMkLst>
          <pc:docMk/>
          <pc:sldMk cId="0" sldId="276"/>
        </pc:sldMkLst>
        <pc:spChg chg="mod">
          <ac:chgData name="용 최" userId="1589a7fea772e98f" providerId="LiveId" clId="{2278AE4D-1D9B-403D-98CE-CD0A01F10ABE}" dt="2026-06-26T04:45:17.423" v="230"/>
          <ac:spMkLst>
            <pc:docMk/>
            <pc:sldMk cId="0" sldId="276"/>
            <ac:spMk id="10" creationId="{00000000-0000-0000-0000-000000000000}"/>
          </ac:spMkLst>
        </pc:spChg>
        <pc:spChg chg="mod">
          <ac:chgData name="용 최" userId="1589a7fea772e98f" providerId="LiveId" clId="{2278AE4D-1D9B-403D-98CE-CD0A01F10ABE}" dt="2026-06-26T04:47:33.429" v="237" actId="20577"/>
          <ac:spMkLst>
            <pc:docMk/>
            <pc:sldMk cId="0" sldId="276"/>
            <ac:spMk id="31" creationId="{00000000-0000-0000-0000-000000000000}"/>
          </ac:spMkLst>
        </pc:spChg>
      </pc:sldChg>
      <pc:sldChg chg="addSp modSp mod">
        <pc:chgData name="용 최" userId="1589a7fea772e98f" providerId="LiveId" clId="{2278AE4D-1D9B-403D-98CE-CD0A01F10ABE}" dt="2026-06-26T04:52:19.797" v="259"/>
        <pc:sldMkLst>
          <pc:docMk/>
          <pc:sldMk cId="0" sldId="278"/>
        </pc:sldMkLst>
        <pc:spChg chg="add mod">
          <ac:chgData name="용 최" userId="1589a7fea772e98f" providerId="LiveId" clId="{2278AE4D-1D9B-403D-98CE-CD0A01F10ABE}" dt="2026-06-26T04:52:19.776" v="241"/>
          <ac:spMkLst>
            <pc:docMk/>
            <pc:sldMk cId="0" sldId="278"/>
            <ac:spMk id="18" creationId="{7E032809-FD6C-4EB6-BCB7-561A1C6FBBD8}"/>
          </ac:spMkLst>
        </pc:spChg>
        <pc:spChg chg="add mod">
          <ac:chgData name="용 최" userId="1589a7fea772e98f" providerId="LiveId" clId="{2278AE4D-1D9B-403D-98CE-CD0A01F10ABE}" dt="2026-06-26T04:52:19.777" v="245"/>
          <ac:spMkLst>
            <pc:docMk/>
            <pc:sldMk cId="0" sldId="278"/>
            <ac:spMk id="19" creationId="{F8B93696-78DF-430B-A8F4-387C287D4A49}"/>
          </ac:spMkLst>
        </pc:spChg>
        <pc:spChg chg="add mod">
          <ac:chgData name="용 최" userId="1589a7fea772e98f" providerId="LiveId" clId="{2278AE4D-1D9B-403D-98CE-CD0A01F10ABE}" dt="2026-06-26T04:52:19.791" v="252"/>
          <ac:spMkLst>
            <pc:docMk/>
            <pc:sldMk cId="0" sldId="278"/>
            <ac:spMk id="20" creationId="{40957A12-6736-4B76-8C72-D5C49AB79BE3}"/>
          </ac:spMkLst>
        </pc:spChg>
        <pc:spChg chg="add mod">
          <ac:chgData name="용 최" userId="1589a7fea772e98f" providerId="LiveId" clId="{2278AE4D-1D9B-403D-98CE-CD0A01F10ABE}" dt="2026-06-26T04:52:19.797" v="259"/>
          <ac:spMkLst>
            <pc:docMk/>
            <pc:sldMk cId="0" sldId="278"/>
            <ac:spMk id="21" creationId="{0FE36514-2FFF-4D94-BF75-6BD66895CF53}"/>
          </ac:spMkLst>
        </pc:spChg>
      </pc:sldChg>
      <pc:sldChg chg="modSp mod">
        <pc:chgData name="용 최" userId="1589a7fea772e98f" providerId="LiveId" clId="{2278AE4D-1D9B-403D-98CE-CD0A01F10ABE}" dt="2026-06-26T12:38:00.768" v="408" actId="14100"/>
        <pc:sldMkLst>
          <pc:docMk/>
          <pc:sldMk cId="0" sldId="291"/>
        </pc:sldMkLst>
        <pc:spChg chg="mod">
          <ac:chgData name="용 최" userId="1589a7fea772e98f" providerId="LiveId" clId="{2278AE4D-1D9B-403D-98CE-CD0A01F10ABE}" dt="2026-06-26T12:37:44.003" v="361"/>
          <ac:spMkLst>
            <pc:docMk/>
            <pc:sldMk cId="0" sldId="291"/>
            <ac:spMk id="10" creationId="{00000000-0000-0000-0000-000000000000}"/>
          </ac:spMkLst>
        </pc:spChg>
        <pc:spChg chg="mod">
          <ac:chgData name="용 최" userId="1589a7fea772e98f" providerId="LiveId" clId="{2278AE4D-1D9B-403D-98CE-CD0A01F10ABE}" dt="2026-06-26T12:37:44.006" v="369"/>
          <ac:spMkLst>
            <pc:docMk/>
            <pc:sldMk cId="0" sldId="291"/>
            <ac:spMk id="12" creationId="{00000000-0000-0000-0000-000000000000}"/>
          </ac:spMkLst>
        </pc:spChg>
        <pc:picChg chg="mod">
          <ac:chgData name="용 최" userId="1589a7fea772e98f" providerId="LiveId" clId="{2278AE4D-1D9B-403D-98CE-CD0A01F10ABE}" dt="2026-06-26T12:38:00.768" v="408" actId="14100"/>
          <ac:picMkLst>
            <pc:docMk/>
            <pc:sldMk cId="0" sldId="291"/>
            <ac:picMk id="11" creationId="{00000000-0000-0000-0000-000000000000}"/>
          </ac:picMkLst>
        </pc:picChg>
      </pc:sldChg>
      <pc:sldChg chg="modSp mod">
        <pc:chgData name="용 최" userId="1589a7fea772e98f" providerId="LiveId" clId="{2278AE4D-1D9B-403D-98CE-CD0A01F10ABE}" dt="2026-06-26T12:39:43.838" v="511" actId="6549"/>
        <pc:sldMkLst>
          <pc:docMk/>
          <pc:sldMk cId="0" sldId="293"/>
        </pc:sldMkLst>
        <pc:spChg chg="mod">
          <ac:chgData name="용 최" userId="1589a7fea772e98f" providerId="LiveId" clId="{2278AE4D-1D9B-403D-98CE-CD0A01F10ABE}" dt="2026-06-26T12:39:43.838" v="511" actId="6549"/>
          <ac:spMkLst>
            <pc:docMk/>
            <pc:sldMk cId="0" sldId="293"/>
            <ac:spMk id="9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2:43:31.140" v="514" actId="20577"/>
        <pc:sldMkLst>
          <pc:docMk/>
          <pc:sldMk cId="0" sldId="294"/>
        </pc:sldMkLst>
        <pc:spChg chg="mod">
          <ac:chgData name="용 최" userId="1589a7fea772e98f" providerId="LiveId" clId="{2278AE4D-1D9B-403D-98CE-CD0A01F10ABE}" dt="2026-06-26T12:43:31.140" v="514" actId="20577"/>
          <ac:spMkLst>
            <pc:docMk/>
            <pc:sldMk cId="0" sldId="294"/>
            <ac:spMk id="16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2:44:02.270" v="517" actId="14100"/>
        <pc:sldMkLst>
          <pc:docMk/>
          <pc:sldMk cId="0" sldId="295"/>
        </pc:sldMkLst>
        <pc:spChg chg="mod">
          <ac:chgData name="용 최" userId="1589a7fea772e98f" providerId="LiveId" clId="{2278AE4D-1D9B-403D-98CE-CD0A01F10ABE}" dt="2026-06-26T12:43:58.927" v="516" actId="14100"/>
          <ac:spMkLst>
            <pc:docMk/>
            <pc:sldMk cId="0" sldId="295"/>
            <ac:spMk id="9" creationId="{00000000-0000-0000-0000-000000000000}"/>
          </ac:spMkLst>
        </pc:spChg>
        <pc:picChg chg="mod">
          <ac:chgData name="용 최" userId="1589a7fea772e98f" providerId="LiveId" clId="{2278AE4D-1D9B-403D-98CE-CD0A01F10ABE}" dt="2026-06-26T12:44:02.270" v="517" actId="14100"/>
          <ac:picMkLst>
            <pc:docMk/>
            <pc:sldMk cId="0" sldId="295"/>
            <ac:picMk id="10" creationId="{00000000-0000-0000-0000-000000000000}"/>
          </ac:picMkLst>
        </pc:picChg>
      </pc:sldChg>
      <pc:sldChg chg="modSp mod">
        <pc:chgData name="용 최" userId="1589a7fea772e98f" providerId="LiveId" clId="{2278AE4D-1D9B-403D-98CE-CD0A01F10ABE}" dt="2026-06-26T14:25:54.969" v="721" actId="6549"/>
        <pc:sldMkLst>
          <pc:docMk/>
          <pc:sldMk cId="0" sldId="300"/>
        </pc:sldMkLst>
        <pc:spChg chg="mod">
          <ac:chgData name="용 최" userId="1589a7fea772e98f" providerId="LiveId" clId="{2278AE4D-1D9B-403D-98CE-CD0A01F10ABE}" dt="2026-06-26T14:25:54.969" v="721" actId="6549"/>
          <ac:spMkLst>
            <pc:docMk/>
            <pc:sldMk cId="0" sldId="300"/>
            <ac:spMk id="4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27:32.403" v="770" actId="6549"/>
        <pc:sldMkLst>
          <pc:docMk/>
          <pc:sldMk cId="0" sldId="301"/>
        </pc:sldMkLst>
        <pc:spChg chg="mod">
          <ac:chgData name="용 최" userId="1589a7fea772e98f" providerId="LiveId" clId="{2278AE4D-1D9B-403D-98CE-CD0A01F10ABE}" dt="2026-06-26T14:27:32.403" v="770" actId="6549"/>
          <ac:spMkLst>
            <pc:docMk/>
            <pc:sldMk cId="0" sldId="301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27:55.987" v="789" actId="20577"/>
        <pc:sldMkLst>
          <pc:docMk/>
          <pc:sldMk cId="0" sldId="302"/>
        </pc:sldMkLst>
        <pc:spChg chg="mod">
          <ac:chgData name="용 최" userId="1589a7fea772e98f" providerId="LiveId" clId="{2278AE4D-1D9B-403D-98CE-CD0A01F10ABE}" dt="2026-06-26T14:27:55.987" v="789" actId="20577"/>
          <ac:spMkLst>
            <pc:docMk/>
            <pc:sldMk cId="0" sldId="302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29:21.396" v="792" actId="20577"/>
        <pc:sldMkLst>
          <pc:docMk/>
          <pc:sldMk cId="0" sldId="303"/>
        </pc:sldMkLst>
        <pc:spChg chg="mod">
          <ac:chgData name="용 최" userId="1589a7fea772e98f" providerId="LiveId" clId="{2278AE4D-1D9B-403D-98CE-CD0A01F10ABE}" dt="2026-06-26T14:29:21.396" v="792" actId="20577"/>
          <ac:spMkLst>
            <pc:docMk/>
            <pc:sldMk cId="0" sldId="303"/>
            <ac:spMk id="14" creationId="{00000000-0000-0000-0000-000000000000}"/>
          </ac:spMkLst>
        </pc:spChg>
      </pc:sldChg>
      <pc:sldChg chg="del">
        <pc:chgData name="용 최" userId="1589a7fea772e98f" providerId="LiveId" clId="{2278AE4D-1D9B-403D-98CE-CD0A01F10ABE}" dt="2026-06-26T14:29:04.743" v="790" actId="47"/>
        <pc:sldMkLst>
          <pc:docMk/>
          <pc:sldMk cId="0" sldId="305"/>
        </pc:sldMkLst>
      </pc:sldChg>
      <pc:sldChg chg="modSp mod">
        <pc:chgData name="용 최" userId="1589a7fea772e98f" providerId="LiveId" clId="{2278AE4D-1D9B-403D-98CE-CD0A01F10ABE}" dt="2026-06-26T14:31:13.472" v="946" actId="20577"/>
        <pc:sldMkLst>
          <pc:docMk/>
          <pc:sldMk cId="0" sldId="306"/>
        </pc:sldMkLst>
        <pc:spChg chg="mod">
          <ac:chgData name="용 최" userId="1589a7fea772e98f" providerId="LiveId" clId="{2278AE4D-1D9B-403D-98CE-CD0A01F10ABE}" dt="2026-06-26T14:31:13.472" v="946" actId="20577"/>
          <ac:spMkLst>
            <pc:docMk/>
            <pc:sldMk cId="0" sldId="306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33:07.055" v="1013" actId="6549"/>
        <pc:sldMkLst>
          <pc:docMk/>
          <pc:sldMk cId="0" sldId="308"/>
        </pc:sldMkLst>
        <pc:spChg chg="mod">
          <ac:chgData name="용 최" userId="1589a7fea772e98f" providerId="LiveId" clId="{2278AE4D-1D9B-403D-98CE-CD0A01F10ABE}" dt="2026-06-26T14:33:07.055" v="1013" actId="6549"/>
          <ac:spMkLst>
            <pc:docMk/>
            <pc:sldMk cId="0" sldId="308"/>
            <ac:spMk id="12" creationId="{00000000-0000-0000-0000-000000000000}"/>
          </ac:spMkLst>
        </pc:spChg>
      </pc:sldChg>
      <pc:sldChg chg="modSp mod">
        <pc:chgData name="용 최" userId="1589a7fea772e98f" providerId="LiveId" clId="{2278AE4D-1D9B-403D-98CE-CD0A01F10ABE}" dt="2026-06-26T14:33:38.695" v="1027" actId="20577"/>
        <pc:sldMkLst>
          <pc:docMk/>
          <pc:sldMk cId="0" sldId="309"/>
        </pc:sldMkLst>
        <pc:spChg chg="mod">
          <ac:chgData name="용 최" userId="1589a7fea772e98f" providerId="LiveId" clId="{2278AE4D-1D9B-403D-98CE-CD0A01F10ABE}" dt="2026-06-26T14:33:38.695" v="1027" actId="20577"/>
          <ac:spMkLst>
            <pc:docMk/>
            <pc:sldMk cId="0" sldId="309"/>
            <ac:spMk id="6" creationId="{00000000-0000-0000-0000-000000000000}"/>
          </ac:spMkLst>
        </pc:spChg>
      </pc:sldChg>
    </pc:docChg>
  </pc:docChgLst>
  <pc:docChgLst>
    <pc:chgData name="용 최" userId="1589a7fea772e98f" providerId="LiveId" clId="{F4A86167-AC27-4299-87BB-E282C3EAA034}"/>
    <pc:docChg chg="custSel modSld">
      <pc:chgData name="용 최" userId="1589a7fea772e98f" providerId="LiveId" clId="{F4A86167-AC27-4299-87BB-E282C3EAA034}" dt="2026-06-26T07:40:17.888" v="65" actId="478"/>
      <pc:docMkLst>
        <pc:docMk/>
      </pc:docMkLst>
      <pc:sldChg chg="modSp mod">
        <pc:chgData name="용 최" userId="1589a7fea772e98f" providerId="LiveId" clId="{F4A86167-AC27-4299-87BB-E282C3EAA034}" dt="2026-06-26T03:54:51.790" v="35" actId="1036"/>
        <pc:sldMkLst>
          <pc:docMk/>
          <pc:sldMk cId="0" sldId="260"/>
        </pc:sldMkLst>
        <pc:spChg chg="mod">
          <ac:chgData name="용 최" userId="1589a7fea772e98f" providerId="LiveId" clId="{F4A86167-AC27-4299-87BB-E282C3EAA034}" dt="2026-06-26T03:54:51.790" v="35" actId="103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용 최" userId="1589a7fea772e98f" providerId="LiveId" clId="{F4A86167-AC27-4299-87BB-E282C3EAA034}" dt="2026-06-26T03:54:51.790" v="35" actId="1036"/>
          <ac:spMkLst>
            <pc:docMk/>
            <pc:sldMk cId="0" sldId="260"/>
            <ac:spMk id="12" creationId="{00000000-0000-0000-0000-000000000000}"/>
          </ac:spMkLst>
        </pc:spChg>
        <pc:picChg chg="mod">
          <ac:chgData name="용 최" userId="1589a7fea772e98f" providerId="LiveId" clId="{F4A86167-AC27-4299-87BB-E282C3EAA034}" dt="2026-06-26T03:54:51.790" v="35" actId="1036"/>
          <ac:picMkLst>
            <pc:docMk/>
            <pc:sldMk cId="0" sldId="260"/>
            <ac:picMk id="10" creationId="{00000000-0000-0000-0000-000000000000}"/>
          </ac:picMkLst>
        </pc:picChg>
      </pc:sldChg>
      <pc:sldChg chg="modSp mod">
        <pc:chgData name="용 최" userId="1589a7fea772e98f" providerId="LiveId" clId="{F4A86167-AC27-4299-87BB-E282C3EAA034}" dt="2026-06-26T07:40:01.660" v="63" actId="14100"/>
        <pc:sldMkLst>
          <pc:docMk/>
          <pc:sldMk cId="0" sldId="264"/>
        </pc:sldMkLst>
        <pc:spChg chg="mod">
          <ac:chgData name="용 최" userId="1589a7fea772e98f" providerId="LiveId" clId="{F4A86167-AC27-4299-87BB-E282C3EAA034}" dt="2026-06-26T07:40:01.660" v="63" actId="14100"/>
          <ac:spMkLst>
            <pc:docMk/>
            <pc:sldMk cId="0" sldId="264"/>
            <ac:spMk id="12" creationId="{00000000-0000-0000-0000-000000000000}"/>
          </ac:spMkLst>
        </pc:spChg>
      </pc:sldChg>
      <pc:sldChg chg="delSp mod">
        <pc:chgData name="용 최" userId="1589a7fea772e98f" providerId="LiveId" clId="{F4A86167-AC27-4299-87BB-E282C3EAA034}" dt="2026-06-26T07:40:17.888" v="65" actId="478"/>
        <pc:sldMkLst>
          <pc:docMk/>
          <pc:sldMk cId="0" sldId="289"/>
        </pc:sldMkLst>
        <pc:spChg chg="del">
          <ac:chgData name="용 최" userId="1589a7fea772e98f" providerId="LiveId" clId="{F4A86167-AC27-4299-87BB-E282C3EAA034}" dt="2026-06-26T07:40:17.888" v="65" actId="478"/>
          <ac:spMkLst>
            <pc:docMk/>
            <pc:sldMk cId="0" sldId="289"/>
            <ac:spMk id="2" creationId="{00000000-0000-0000-0000-000000000000}"/>
          </ac:spMkLst>
        </pc:spChg>
        <pc:spChg chg="del">
          <ac:chgData name="용 최" userId="1589a7fea772e98f" providerId="LiveId" clId="{F4A86167-AC27-4299-87BB-E282C3EAA034}" dt="2026-06-26T07:40:15.462" v="64" actId="478"/>
          <ac:spMkLst>
            <pc:docMk/>
            <pc:sldMk cId="0" sldId="289"/>
            <ac:spMk id="3" creationId="{00000000-0000-0000-0000-000000000000}"/>
          </ac:spMkLst>
        </pc:spChg>
      </pc:sldChg>
    </pc:docChg>
  </pc:docChgLst>
  <pc:docChgLst>
    <pc:chgData name="용 최" userId="1589a7fea772e98f" providerId="LiveId" clId="{465AE703-AA2D-495B-8FBD-D8E5CDCF7249}"/>
    <pc:docChg chg="custSel modSld">
      <pc:chgData name="용 최" userId="1589a7fea772e98f" providerId="LiveId" clId="{465AE703-AA2D-495B-8FBD-D8E5CDCF7249}" dt="2026-06-24T04:53:47.235" v="22" actId="20577"/>
      <pc:docMkLst>
        <pc:docMk/>
      </pc:docMkLst>
      <pc:sldChg chg="modSp mod">
        <pc:chgData name="용 최" userId="1589a7fea772e98f" providerId="LiveId" clId="{465AE703-AA2D-495B-8FBD-D8E5CDCF7249}" dt="2026-06-24T04:51:03.010" v="1" actId="20577"/>
        <pc:sldMkLst>
          <pc:docMk/>
          <pc:sldMk cId="0" sldId="259"/>
        </pc:sldMkLst>
        <pc:spChg chg="mod">
          <ac:chgData name="용 최" userId="1589a7fea772e98f" providerId="LiveId" clId="{465AE703-AA2D-495B-8FBD-D8E5CDCF7249}" dt="2026-06-24T04:51:03.010" v="1" actId="20577"/>
          <ac:spMkLst>
            <pc:docMk/>
            <pc:sldMk cId="0" sldId="259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1:08.208" v="3" actId="20577"/>
        <pc:sldMkLst>
          <pc:docMk/>
          <pc:sldMk cId="0" sldId="260"/>
        </pc:sldMkLst>
        <pc:spChg chg="mod">
          <ac:chgData name="용 최" userId="1589a7fea772e98f" providerId="LiveId" clId="{465AE703-AA2D-495B-8FBD-D8E5CDCF7249}" dt="2026-06-24T04:51:08.208" v="3" actId="20577"/>
          <ac:spMkLst>
            <pc:docMk/>
            <pc:sldMk cId="0" sldId="260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1:13.024" v="5" actId="20577"/>
        <pc:sldMkLst>
          <pc:docMk/>
          <pc:sldMk cId="0" sldId="261"/>
        </pc:sldMkLst>
        <pc:spChg chg="mod">
          <ac:chgData name="용 최" userId="1589a7fea772e98f" providerId="LiveId" clId="{465AE703-AA2D-495B-8FBD-D8E5CDCF7249}" dt="2026-06-24T04:51:13.024" v="5" actId="20577"/>
          <ac:spMkLst>
            <pc:docMk/>
            <pc:sldMk cId="0" sldId="261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1:17.604" v="7" actId="20577"/>
        <pc:sldMkLst>
          <pc:docMk/>
          <pc:sldMk cId="0" sldId="262"/>
        </pc:sldMkLst>
        <pc:spChg chg="mod">
          <ac:chgData name="용 최" userId="1589a7fea772e98f" providerId="LiveId" clId="{465AE703-AA2D-495B-8FBD-D8E5CDCF7249}" dt="2026-06-24T04:51:17.604" v="7" actId="20577"/>
          <ac:spMkLst>
            <pc:docMk/>
            <pc:sldMk cId="0" sldId="262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3:27.431" v="13" actId="313"/>
        <pc:sldMkLst>
          <pc:docMk/>
          <pc:sldMk cId="0" sldId="263"/>
        </pc:sldMkLst>
        <pc:spChg chg="mod">
          <ac:chgData name="용 최" userId="1589a7fea772e98f" providerId="LiveId" clId="{465AE703-AA2D-495B-8FBD-D8E5CDCF7249}" dt="2026-06-24T04:53:27.431" v="13" actId="313"/>
          <ac:spMkLst>
            <pc:docMk/>
            <pc:sldMk cId="0" sldId="263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3:32.849" v="15" actId="20577"/>
        <pc:sldMkLst>
          <pc:docMk/>
          <pc:sldMk cId="0" sldId="264"/>
        </pc:sldMkLst>
        <pc:spChg chg="mod">
          <ac:chgData name="용 최" userId="1589a7fea772e98f" providerId="LiveId" clId="{465AE703-AA2D-495B-8FBD-D8E5CDCF7249}" dt="2026-06-24T04:53:32.849" v="15" actId="20577"/>
          <ac:spMkLst>
            <pc:docMk/>
            <pc:sldMk cId="0" sldId="264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3:38.270" v="18" actId="313"/>
        <pc:sldMkLst>
          <pc:docMk/>
          <pc:sldMk cId="0" sldId="265"/>
        </pc:sldMkLst>
        <pc:spChg chg="mod">
          <ac:chgData name="용 최" userId="1589a7fea772e98f" providerId="LiveId" clId="{465AE703-AA2D-495B-8FBD-D8E5CDCF7249}" dt="2026-06-24T04:53:38.270" v="18" actId="313"/>
          <ac:spMkLst>
            <pc:docMk/>
            <pc:sldMk cId="0" sldId="265"/>
            <ac:spMk id="12" creationId="{00000000-0000-0000-0000-000000000000}"/>
          </ac:spMkLst>
        </pc:spChg>
      </pc:sldChg>
      <pc:sldChg chg="modSp mod">
        <pc:chgData name="용 최" userId="1589a7fea772e98f" providerId="LiveId" clId="{465AE703-AA2D-495B-8FBD-D8E5CDCF7249}" dt="2026-06-24T04:53:42.257" v="20" actId="20577"/>
        <pc:sldMkLst>
          <pc:docMk/>
          <pc:sldMk cId="0" sldId="266"/>
        </pc:sldMkLst>
        <pc:spChg chg="mod">
          <ac:chgData name="용 최" userId="1589a7fea772e98f" providerId="LiveId" clId="{465AE703-AA2D-495B-8FBD-D8E5CDCF7249}" dt="2026-06-24T04:53:42.257" v="20" actId="20577"/>
          <ac:spMkLst>
            <pc:docMk/>
            <pc:sldMk cId="0" sldId="266"/>
            <ac:spMk id="12" creationId="{00000000-0000-0000-0000-000000000000}"/>
          </ac:spMkLst>
        </pc:spChg>
      </pc:sldChg>
      <pc:sldChg chg="setBg">
        <pc:chgData name="용 최" userId="1589a7fea772e98f" providerId="LiveId" clId="{465AE703-AA2D-495B-8FBD-D8E5CDCF7249}" dt="2026-06-24T04:52:02.031" v="9"/>
        <pc:sldMkLst>
          <pc:docMk/>
          <pc:sldMk cId="0" sldId="268"/>
        </pc:sldMkLst>
      </pc:sldChg>
      <pc:sldChg chg="modSp mod setBg">
        <pc:chgData name="용 최" userId="1589a7fea772e98f" providerId="LiveId" clId="{465AE703-AA2D-495B-8FBD-D8E5CDCF7249}" dt="2026-06-24T04:52:08.190" v="10"/>
        <pc:sldMkLst>
          <pc:docMk/>
          <pc:sldMk cId="0" sldId="269"/>
        </pc:sldMkLst>
        <pc:spChg chg="mod">
          <ac:chgData name="용 최" userId="1589a7fea772e98f" providerId="LiveId" clId="{465AE703-AA2D-495B-8FBD-D8E5CDCF7249}" dt="2026-06-24T04:51:53.946" v="8" actId="207"/>
          <ac:spMkLst>
            <pc:docMk/>
            <pc:sldMk cId="0" sldId="269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3922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411480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구매대행 특화 광고 세팅·관리법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371600"/>
            <a:ext cx="9601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시중에 잘 안 알려진, 구매대행에 맞는 광고 세팅·관리법을 익힌다.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99923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80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66928" y="3474720"/>
            <a:ext cx="10972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구매대행 상품에 맞는 광고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세팅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</a:t>
            </a:r>
            <a:endParaRPr lang="en-US" sz="1450" dirty="0">
              <a:solidFill>
                <a:srgbClr val="C9CBD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효율적인 키워드·입찰 관리 — 광고비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낭비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줄이기</a:t>
            </a:r>
            <a:endParaRPr lang="en-US" sz="1450" dirty="0">
              <a:solidFill>
                <a:srgbClr val="C9CBD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endParaRPr lang="en-US" sz="14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 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데이터로 효자상품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선별하기</a:t>
            </a:r>
            <a:r>
              <a:rPr 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노출이 잘 되고</a:t>
            </a:r>
            <a:r>
              <a:rPr lang="en-US" altLang="ko-KR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클릭을 잘 받는 상품을 먼저</a:t>
            </a:r>
            <a:r>
              <a:rPr lang="en-US" altLang="ko-KR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</a:t>
            </a:r>
            <a:r>
              <a:rPr lang="en-US" altLang="ko-KR" sz="1450" dirty="0">
                <a:solidFill>
                  <a:srgbClr val="C9CB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CB4405C-350D-4845-B905-C47189C122D4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02792549-02a5-401e-9003-4d89c971453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3123</Words>
  <Application>Microsoft Office PowerPoint</Application>
  <PresentationFormat>와이드스크린</PresentationFormat>
  <Paragraphs>623</Paragraphs>
  <Slides>50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4" baseType="lpstr">
      <vt:lpstr>맑은 고딕</vt:lpstr>
      <vt:lpstr>맞은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용 최</cp:lastModifiedBy>
  <cp:revision>1</cp:revision>
  <dcterms:created xsi:type="dcterms:W3CDTF">2026-06-24T04:42:06Z</dcterms:created>
  <dcterms:modified xsi:type="dcterms:W3CDTF">2026-06-26T14:33:42Z</dcterms:modified>
</cp:coreProperties>
</file>