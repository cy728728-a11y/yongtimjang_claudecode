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62" r:id="rId15"/>
    <p:sldId id="300" r:id="rId16"/>
    <p:sldId id="30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7C0C8-7DE3-48A2-B9A7-D2D06C6D6F39}" v="1" dt="2026-06-19T05:54:59.872"/>
    <p1510:client id="{7C0CA53F-1C45-4A99-856A-0CAF1B68022D}" v="1" dt="2026-06-19T12:52:12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141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 전환을 일으키는 상세페이지 제작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전환되는 상세페이지를 만들어 전 상품에 기본 적용하고, 유입 상품은 심화로 다듬는다.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45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제작 — GPTs로 제작 → 포토스케이프X로 이어붙이기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상품 기본 적용 — 위 방식으로 모든 상품 1차 교체</a:t>
            </a: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endParaRPr lang="en-US" sz="1450" b="1" dirty="0">
              <a:solidFill>
                <a:srgbClr val="E0A9A2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상세페이지용 이미지 만들기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STEP 1
</a:t>
            </a:r>
            <a:r>
              <a:rPr lang="ko-KR" alt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용팀장 GPT로 상세 이미지를 만들고, 포토스케이프X를 설치합니다.</a:t>
            </a:r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단계</a:t>
            </a:r>
          </a:p>
        </p:txBody>
      </p:sp>
      <p:sp>
        <p:nvSpPr>
          <p:cNvPr id="12" name="Text 8"/>
          <p:cNvSpPr/>
          <p:nvPr/>
        </p:nvSpPr>
        <p:spPr>
          <a:xfrm>
            <a:off x="571500" y="3454400"/>
            <a:ext cx="5207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용팀장 상세페이지 제작 GPT</a:t>
            </a:r>
          </a:p>
          <a:p>
            <a:pPr marL="228600" indent="0" algn="l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상세페이지 이미지를 생성합니다.</a:t>
            </a:r>
          </a:p>
          <a:p>
            <a:pPr marL="228600" indent="0" algn="l">
              <a:lnSpc>
                <a:spcPct val="120000"/>
              </a:lnSpc>
              <a:buNone/>
            </a:pPr>
            <a:r>
              <a:rPr lang="ko-KR" altLang="en-US" sz="12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바로가기 ▸ chatgpt.com/g/g-6a2e4847e920…-yongtimjang-sangsepeiji-jejag-gpt</a:t>
            </a:r>
          </a:p>
          <a:p>
            <a:pPr marL="0" indent="0" algn="l">
              <a:lnSpc>
                <a:spcPct val="120000"/>
              </a:lnSpc>
              <a:buNone/>
            </a:pPr>
            <a:endParaRPr lang="en-US" sz="800" dirty="0"/>
          </a:p>
          <a:p>
            <a:pPr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ko-KR" alt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포토스케이프X 설치</a:t>
            </a:r>
          </a:p>
          <a:p>
            <a:pPr marL="228600" indent="0" algn="l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구글에 '포토스케이프X' 검색 → 무료 다운로드·설치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BC5D482-E03F-04E3-3B06-B4A050911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0600" y="3810000"/>
            <a:ext cx="55880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86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포토스케이프X로 합쳐서 등록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ko-KR" alt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STEP 2
</a:t>
            </a:r>
            <a:r>
              <a:rPr lang="ko-KR" alt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이미지를 한 장으로 합치고, 가로 폭 860으로 맞춰 상세페이지에 등록합니다.</a:t>
            </a:r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합치기 → 사이즈 → 등록</a:t>
            </a:r>
          </a:p>
        </p:txBody>
      </p:sp>
      <p:sp>
        <p:nvSpPr>
          <p:cNvPr id="12" name="Text 8"/>
          <p:cNvSpPr/>
          <p:nvPr/>
        </p:nvSpPr>
        <p:spPr>
          <a:xfrm>
            <a:off x="571500" y="3454400"/>
            <a:ext cx="52070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이어붙이기로 합치기</a:t>
            </a:r>
          </a:p>
          <a:p>
            <a:pPr marL="228600" indent="0" algn="l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'이어붙이기' 메뉴에서 만든 이미지를 순서대로 넣으면 한 장으로 합쳐집니다.</a:t>
            </a:r>
          </a:p>
          <a:p>
            <a:pPr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ko-KR" alt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가로 폭 860으로 맞추기</a:t>
            </a:r>
          </a:p>
          <a:p>
            <a:pPr marL="228600" indent="0" algn="l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우측 패널에서 '가로 폭'을 860으로 수정 후 다운로드합니다.</a:t>
            </a:r>
          </a:p>
          <a:p>
            <a:pPr marL="0" indent="0"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ko-KR" alt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불사자 상세페이지에 등록</a:t>
            </a:r>
          </a:p>
          <a:p>
            <a:pPr marL="228600" indent="0" algn="l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합친 이미지 한 장만 추가하면 상세페이지 완성!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5888B65-4E88-EC10-5CED-D90B5C8973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0" y="2938620"/>
            <a:ext cx="5715000" cy="13462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5501A9D-8BC9-D8E6-3447-137EDA9844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4502535"/>
            <a:ext cx="24130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60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3D512D-FA4A-4A1A-B1AE-A45D6FFE9CD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c64c233-0c18-4aab-8789-7f6a2a06d18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1485</Words>
  <Application>Microsoft Office PowerPoint</Application>
  <PresentationFormat>와이드스크린</PresentationFormat>
  <Paragraphs>223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5</cp:revision>
  <dcterms:created xsi:type="dcterms:W3CDTF">2026-06-16T15:56:59Z</dcterms:created>
  <dcterms:modified xsi:type="dcterms:W3CDTF">2026-06-19T13:17:10Z</dcterms:modified>
</cp:coreProperties>
</file>