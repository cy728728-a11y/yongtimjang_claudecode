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92" r:id="rId4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9" Type="http://schemas.openxmlformats.org/officeDocument/2006/relationships/slide" Target="slides/slide1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F4A86167-AC27-4299-87BB-E282C3EAA034}"/>
    <pc:docChg chg="modSld">
      <pc:chgData name="용 최" userId="1589a7fea772e98f" providerId="LiveId" clId="{F4A86167-AC27-4299-87BB-E282C3EAA034}" dt="2026-07-11T03:22:49.587" v="3" actId="1076"/>
      <pc:docMkLst>
        <pc:docMk/>
      </pc:docMkLst>
      <pc:sldChg chg="modSp mod">
        <pc:chgData name="용 최" userId="1589a7fea772e98f" providerId="LiveId" clId="{F4A86167-AC27-4299-87BB-E282C3EAA034}" dt="2026-07-11T01:46:22.900" v="1" actId="14100"/>
        <pc:sldMkLst>
          <pc:docMk/>
          <pc:sldMk cId="0" sldId="270"/>
        </pc:sldMkLst>
        <pc:picChg chg="mod">
          <ac:chgData name="용 최" userId="1589a7fea772e98f" providerId="LiveId" clId="{F4A86167-AC27-4299-87BB-E282C3EAA034}" dt="2026-07-11T01:46:22.900" v="1" actId="14100"/>
          <ac:picMkLst>
            <pc:docMk/>
            <pc:sldMk cId="0" sldId="270"/>
            <ac:picMk id="21" creationId="{47784F90-37DC-4AEE-67CD-A7E55302F332}"/>
          </ac:picMkLst>
        </pc:picChg>
      </pc:sldChg>
      <pc:sldChg chg="addSp modSp mod">
        <pc:chgData name="용 최" userId="1589a7fea772e98f" providerId="LiveId" clId="{F4A86167-AC27-4299-87BB-E282C3EAA034}" dt="2026-07-11T03:22:49.587" v="3" actId="1076"/>
        <pc:sldMkLst>
          <pc:docMk/>
          <pc:sldMk cId="0" sldId="304"/>
        </pc:sldMkLst>
        <pc:picChg chg="add mod">
          <ac:chgData name="용 최" userId="1589a7fea772e98f" providerId="LiveId" clId="{F4A86167-AC27-4299-87BB-E282C3EAA034}" dt="2026-07-11T03:22:49.587" v="3" actId="1076"/>
          <ac:picMkLst>
            <pc:docMk/>
            <pc:sldMk cId="0" sldId="304"/>
            <ac:picMk id="22" creationId="{FF393858-FD7D-A2B5-9CB2-0DA4160446F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2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docs.google.com/spreadsheets/d/1mUqnhs9rAEErqdHlNR5FP4TuwOKnXmj1XSqb6Oj8vQI/edit?gid=0#gid=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능력을 계속 업그레이드하는 방법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세상에 고수는 너무나도 많다 — 은둔고수들의 마켓을 구경하자.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11368735" cy="2286000"/>
          </a:xfrm>
          <a:prstGeom prst="roundRect">
            <a:avLst>
              <a:gd name="adj" fmla="val 320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0728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600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파워등급 이상인 마켓들만 모아두고, 시간이 날 때 계속 구경한다.
어떤 식으로 상품을 업로드하는지 보다 보면 번득이는 아이디어가 나올 때가 있다.
그런 사람들의 스킬을 하나씩 내 상품에 접목해두면 도움이 된다.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4069080"/>
            <a:ext cx="6076782" cy="1737360"/>
          </a:xfrm>
          <a:prstGeom prst="roundRect">
            <a:avLst>
              <a:gd name="adj" fmla="val 4211"/>
            </a:avLst>
          </a:prstGeom>
          <a:solidFill>
            <a:srgbClr val="232634"/>
          </a:solidFill>
          <a:ln w="12700">
            <a:solidFill>
              <a:srgbClr val="23263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4224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구경할 때 체크 포인트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617720"/>
            <a:ext cx="55281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 패턴 · 대표이미지 · 옵션 구성 · 가격 구조 · 상세페이지 구성 — 그대로 베끼는 게 아니라 "왜 이렇게 짰는지" 구조를 읽고 내 상품에 이식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08302" y="4069080"/>
            <a:ext cx="4971913" cy="1737360"/>
          </a:xfrm>
          <a:prstGeom prst="roundRect">
            <a:avLst>
              <a:gd name="adj" fmla="val 4211"/>
            </a:avLst>
          </a:prstGeom>
          <a:solidFill>
            <a:srgbClr val="1E2130"/>
          </a:solidFill>
          <a:ln w="1905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082622" y="4297680"/>
            <a:ext cx="442327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 파워·빅파워·프리미엄 이상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마켓 약 1,000개 리스트 공유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2622" y="5212080"/>
            <a:ext cx="44232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u="sng" dirty="0">
                <a:hlinkClick r:id="rId3"/>
              </a:rPr>
              <a:t>https://docs.google.com/spreadsheets/d/1mUqnhs9rAEErqdHlNR5FP4TuwOKnXmj1XSqb6Oj8vQI/edit?gid=0#gid=0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6035040"/>
            <a:ext cx="11368735" cy="566928"/>
          </a:xfrm>
          <a:prstGeom prst="roundRect">
            <a:avLst>
              <a:gd name="adj" fmla="val 9677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6035040"/>
            <a:ext cx="11002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 내 코가 석 자지만 — 가끔은 한 걸음 물러서서 큰 그림을 보고, 다른 사람의 운영방식을 보면 도움이 </a:t>
            </a:r>
            <a:r>
              <a:rPr lang="en-US" sz="1250" dirty="0" err="1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됩니다</a:t>
            </a:r>
            <a:r>
              <a:rPr lang="en-US" sz="1250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 marL="0" indent="0">
              <a:buNone/>
            </a:pPr>
            <a:r>
              <a:rPr lang="ko-KR" altLang="en-US" sz="1250" dirty="0" err="1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소싱하면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 좋은 상품 찾는 </a:t>
            </a:r>
            <a:r>
              <a:rPr lang="ko-KR" altLang="en-US" sz="1250" dirty="0" err="1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꿀팁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!!!  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전체 상품 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- 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판매 많은 순 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– 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노출되는 상품 중 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BEST 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딱지 붙은 상품 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-&gt; </a:t>
            </a:r>
            <a:r>
              <a:rPr lang="ko-KR" altLang="en-US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판매량이 많으면서 최근에도 팔리는 상품이라는 뜻</a:t>
            </a:r>
            <a:r>
              <a:rPr lang="en-US" altLang="ko-KR" sz="1250" dirty="0">
                <a:solidFill>
                  <a:srgbClr val="E0A9A2"/>
                </a:solidFill>
                <a:latin typeface="Arial" pitchFamily="34" charset="0"/>
                <a:cs typeface="Arial" pitchFamily="34" charset="-120"/>
              </a:rPr>
              <a:t>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4376</Words>
  <Application>Microsoft Office PowerPoint</Application>
  <PresentationFormat>와이드스크린</PresentationFormat>
  <Paragraphs>655</Paragraphs>
  <Slides>50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11</cp:revision>
  <dcterms:created xsi:type="dcterms:W3CDTF">2026-07-10T13:36:41Z</dcterms:created>
  <dcterms:modified xsi:type="dcterms:W3CDTF">2026-07-11T03:22:52Z</dcterms:modified>
</cp:coreProperties>
</file>