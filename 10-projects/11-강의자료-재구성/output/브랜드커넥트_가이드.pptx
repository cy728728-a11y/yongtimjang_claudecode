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hyperlink" Target="https://blog.naver.com/brandconnect/223750996692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669280" cy="5669280"/>
          </a:xfrm>
          <a:prstGeom prst="ellipse">
            <a:avLst/>
          </a:prstGeom>
          <a:solidFill>
            <a:srgbClr val="A33C4E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A33C4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반수동 셀링 실전반 · 실전 가이드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브랜드커넥트 활용하여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유입과 매출을 폭발시키기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커넥트 신청부터 진행 상품 등록까지, 화면 그대로 따라하는 실전 가이드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2011680" cy="0"/>
          </a:xfrm>
          <a:prstGeom prst="line">
            <a:avLst/>
          </a:prstGeom>
          <a:noFill/>
          <a:ln w="31750">
            <a:solidFill>
              <a:srgbClr val="A33C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 |  실전반 강의 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배우는 5단계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2A2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08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7335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브랜드커넥트 진입 &amp; 가입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03911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→ 캠페인사 회원가입까지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0" y="1508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828800"/>
            <a:ext cx="548640" cy="54864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046" y="1971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67335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스페이스 개설 &amp; 스토어 연동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03911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커머스ID 인증, 톡톡 계정 생성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38876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0906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쇼핑 커넥트 솔루션 신청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34564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솔루션마켓에서 무료(FREE) 신청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0" y="29260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3246120"/>
            <a:ext cx="548640" cy="54864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046" y="338876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0906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상품 등록 &amp; 사용료 설정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34564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500개씩, 최저 수수료 선택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11292840" cy="1188720"/>
          </a:xfrm>
          <a:prstGeom prst="roundRect">
            <a:avLst>
              <a:gd name="adj" fmla="val 6154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4663440"/>
            <a:ext cx="548640" cy="54864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80608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507992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시작하기 &amp; 운영 포인트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08760" y="4873752"/>
            <a:ext cx="1010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즉시 사용 가능, 추가 등록법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진입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브랜드커넥트 검색하고 들어가기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2A2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또는 네이버에서 “네이버 브랜드커넥트” 검색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69494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ppt_work/images/178269724394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774" y="2075688"/>
            <a:ext cx="4473172" cy="12435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611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결과에 </a:t>
            </a:r>
            <a:pPr indent="0" marL="0">
              <a:buNone/>
            </a:pPr>
            <a:r>
              <a:rPr lang="en-US" sz="1300" b="1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brandconnect.naver.com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사이트가 노출됩니다.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1812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12" name="Text 9"/>
          <p:cNvSpPr/>
          <p:nvPr/>
        </p:nvSpPr>
        <p:spPr>
          <a:xfrm>
            <a:off x="78181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2104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하단 “캠페인사” 클릭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818120" y="1965960"/>
            <a:ext cx="3840480" cy="42062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mage 1" descr="/home/claude/ppt_work/images/1782697814536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3212236"/>
            <a:ext cx="3621024" cy="1713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가입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커넥트 시작하기 → 회원가입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2A2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“브랜드 커넥트 시작하기” 클릭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ppt_work/images/178269784890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10" y="2075688"/>
            <a:ext cx="2581461" cy="19751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평소 운영에 사용하는 네이버 개인 아이디로 로그인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2628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12" name="Text 9"/>
          <p:cNvSpPr/>
          <p:nvPr/>
        </p:nvSpPr>
        <p:spPr>
          <a:xfrm>
            <a:off x="45262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74920" y="1417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캠페인사 회원가입 1/3 · 아이디 확인 → 다음으로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26280" y="1965960"/>
            <a:ext cx="713232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mage 1" descr="/home/claude/ppt_work/images/1782697924217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458" y="2075688"/>
            <a:ext cx="4499964" cy="220370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956048"/>
            <a:ext cx="502920" cy="50292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5086807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유의사항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17320" y="5257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개인 아이디로만 가입 가능 (단체 아이디 불가)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크리에이터/인플루언서로 가입한 아이디는 캠페인사 가입 불가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변경 가능성이 낮은 담당자 아이디로 가입 권장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가입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동의 → 가입 완료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2A2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2/3 · (필수) 서비스 이용약관 동의 → 다음으로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685800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ppt_work/images/178269796201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868" y="2075688"/>
            <a:ext cx="5647545" cy="39410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2668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11" name="Text 8"/>
          <p:cNvSpPr/>
          <p:nvPr/>
        </p:nvSpPr>
        <p:spPr>
          <a:xfrm>
            <a:off x="77266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3/3 · 가입 완료 → “스페이스 만들기”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726680" y="196596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mage 1" descr="/home/claude/ppt_work/images/1782698023681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792" y="2075688"/>
            <a:ext cx="3329696" cy="11521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2668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“브랜드 커넥트 가입이 완료되었습니다.” 안내와 함께 스페이스 만들기 버튼이 나타납니다.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726680" y="420624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55280" y="4434840"/>
            <a:ext cx="502920" cy="50292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039" y="456559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4407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동의만 체크하고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955280" y="4983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수신 동의는 선택 사항 (이벤트 혜택 정보 수신)이므로, 거부해도 서비스 이용에는 영향이 없습니다.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스토어 연동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스페이스 개설하기 · 스마트스토어 연동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2A2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캠페인사 유형 “광고주” 선택 → 스마트스토어 “연동하기”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704088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ppt_work/images/178269807953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027" y="2350008"/>
            <a:ext cx="5038106" cy="3666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6384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66760" y="1417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커머스ID로 인증 (보유한 스마트스토어 ID)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863840" y="2240280"/>
            <a:ext cx="37947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mage 1" descr="/home/claude/ppt_work/images/1782698117523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700" y="2350008"/>
            <a:ext cx="3555041" cy="34381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스토어 연동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등록 → 개설 → 톡톡 생성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2A2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이미지 + 사업자명 입력 → “개설하기”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694944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ppt_work/images/178269862852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05" y="2075688"/>
            <a:ext cx="6455710" cy="23865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4663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이미지는 AI(예: GPT)로 생성해도 OK · </a:t>
            </a:r>
            <a:pPr indent="0" marL="0">
              <a:buNone/>
            </a:pPr>
            <a:r>
              <a:rPr lang="en-US" sz="125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정방형 200×200 이상, 10MB 이내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8096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8388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중 스페이스 클릭 → “톡톡 생성”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680960" y="1965960"/>
            <a:ext cx="39776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mage 1" descr="/home/claude/ppt_work/images/1782698750431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4654" y="2075688"/>
            <a:ext cx="3610252" cy="20665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80960" y="4389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인증을 완료하면 톡톡 계정이 즉시 생성됩니다.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스토어 연동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톡톡 계정 생성 완료 → 활동중 스페이스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2A2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인증 완료 시 톡톡 계정 생성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ppt_work/images/178269882108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828" y="2075688"/>
            <a:ext cx="3228344" cy="16093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8056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11" name="Text 8"/>
          <p:cNvSpPr/>
          <p:nvPr/>
        </p:nvSpPr>
        <p:spPr>
          <a:xfrm>
            <a:off x="44805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83480" y="1417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“대기 중 스페이스” → “활동 중 스페이스” 전환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480560" y="1965960"/>
            <a:ext cx="71780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mage 1" descr="/home/claude/ppt_work/images/1782698864341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635" y="2075688"/>
            <a:ext cx="6907890" cy="3803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0560" y="603504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스페이스를 클릭하면 쇼핑 커넥트 메뉴로 진입합니다.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솔루션 신청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커넥트 솔루션 추가하기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2A2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커넥트 → 상품 관리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ppt_work/images/178269896397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90458"/>
            <a:ext cx="3438144" cy="6654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“솔루션 추가” 클릭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home/claude/ppt_work/images/1782698995734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32" y="3584448"/>
            <a:ext cx="2238616" cy="11521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2628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14" name="Text 10"/>
          <p:cNvSpPr/>
          <p:nvPr/>
        </p:nvSpPr>
        <p:spPr>
          <a:xfrm>
            <a:off x="45262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74920" y="1417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커머스솔루션마켓에서 “브랜드 커넥트 - 쇼핑 커넥트” 추가하기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26280" y="2240280"/>
            <a:ext cx="7086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/home/claude/ppt_work/images/1782699032654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929" y="2350008"/>
            <a:ext cx="6343303" cy="17465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26280" y="4343400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URL  </a:t>
            </a:r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https://solution.smartstore.naver.com/ko/solution/7BxhKW54rdxqi9m4N3fNcZ/detail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솔루션 신청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신청 · 별도과금 항목 확인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2A2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FREE 확인 → “신청하기” 클릭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ppt_work/images/178269914283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490" y="2075688"/>
            <a:ext cx="5218700" cy="39867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55080" y="1417320"/>
            <a:ext cx="5285232" cy="1965960"/>
          </a:xfrm>
          <a:prstGeom prst="roundRect">
            <a:avLst>
              <a:gd name="adj" fmla="val 3721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645920"/>
            <a:ext cx="502920" cy="50292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177667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627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“별도과금이 있는 솔루션” 이란?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83680" y="20574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자체는 FREE, 다만 쇼핑 커넥트 링크로 상품이 판매되면 매출 연동 사용료(CPS)가 과금됨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사용료는 상품별로 판매자가 직접 설정 가능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계약 수수료가 있어도 쇼핑 커넥트 사용료는 별도 과금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55080" y="36118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16" name="Text 12"/>
          <p:cNvSpPr/>
          <p:nvPr/>
        </p:nvSpPr>
        <p:spPr>
          <a:xfrm>
            <a:off x="63550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85800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접수 완료 → 즉시 사용 가능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355080" y="4023360"/>
            <a:ext cx="528523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9" name="Image 2" descr="/home/claude/ppt_work/images/1782699176064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974" y="4133088"/>
            <a:ext cx="3217444" cy="19751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A33C4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11648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알아두기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508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신청하면 “오후”가 아니라 “바로” 사용할 수 있습니다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시간 없이, 신청 즉시 솔루션 사용 가능 — 스마트스토어 판매자센터에서도 동일하게 진입할 수 있습니다.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31546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판매자센터 → 커머스솔루션 → 솔루션 목록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361188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home/claude/ppt_work/images/1782705911103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810441"/>
            <a:ext cx="5266944" cy="234607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83680" y="315468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0" y="3383280"/>
            <a:ext cx="502920" cy="50292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759" y="351403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0" y="3364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경로 2가지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858000" y="384048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브랜드커넥트 사이트 (brandconnect.naver.com)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스마트스토어 판매자센터 ▸ 커머스솔루션 ▸ 솔루션 목록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경로 모두 “사용중” 상태에서 “사용하기” 버튼으로 동일한 상품 관리 화면에 진입합니다.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상품 등록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상품 등록하기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2A2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커넥트 ▸ 상품 관리 → “진행 상품 등록하기”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48640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ppt_work/images/178270596576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187" y="2075688"/>
            <a:ext cx="5185306" cy="362102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5508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선택 → “다음으로 가기”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355080" y="1965960"/>
            <a:ext cx="528523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mage 1" descr="/home/claude/ppt_work/images/1782706067467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2499076"/>
            <a:ext cx="5065776" cy="27742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상품 등록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단위 500개 · 사용료(수수료) 설정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2A2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상품 확인 (최대 500개 단위)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ppt_work/images/178270620821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114" y="2075688"/>
            <a:ext cx="4766292" cy="38039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0760" y="1417320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572768"/>
            <a:ext cx="457200" cy="45720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69164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0" y="1508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최대 500개까지 등록 가능 — 스토어 상품이 많으면 여러 번 나누어 등록해야 합니다.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0760" y="251460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15" name="Text 11"/>
          <p:cNvSpPr/>
          <p:nvPr/>
        </p:nvSpPr>
        <p:spPr>
          <a:xfrm>
            <a:off x="60807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8368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사용료(수수료율) 설정 → 다음으로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080760" y="2971800"/>
            <a:ext cx="55321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mage 2" descr="/home/claude/ppt_work/images/1782706277480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134" y="3081528"/>
            <a:ext cx="4949373" cy="20665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80760" y="53492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사용료는 7%부터 설정 가능 (부가세 별도) · </a:t>
            </a:r>
            <a:pPr indent="0" marL="0">
              <a:buNone/>
            </a:pPr>
            <a:r>
              <a:rPr lang="en-US" sz="1200" b="1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 수수료를 선택하면 유리합니다.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시작 &amp; 운영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유의사항 확인 → 시작하기 → 추가 등록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2A2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유의사항 확인 체크 → “시작하기”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3492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ppt_work/images/178270636512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415" y="2075688"/>
            <a:ext cx="4557690" cy="12893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61188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설정하면 </a:t>
            </a:r>
            <a:pPr indent="0" marL="0">
              <a:buNone/>
            </a:pPr>
            <a:r>
              <a:rPr lang="en-US" sz="1200" b="1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달 1일 00시부터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진행이 적용됩니다. 시작 후에는 다음 달 1일 전까지 취소·변경이 불가합니다.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760" y="141732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</p:sp>
      <p:sp>
        <p:nvSpPr>
          <p:cNvPr id="12" name="Text 9"/>
          <p:cNvSpPr/>
          <p:nvPr/>
        </p:nvSpPr>
        <p:spPr>
          <a:xfrm>
            <a:off x="60807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83680" y="1417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후 현황 확인 → 추가 등록도 동일 버튼으로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80760" y="2148840"/>
            <a:ext cx="5532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mage 1" descr="/home/claude/ppt_work/images/1782706568847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257" y="2258568"/>
            <a:ext cx="4935127" cy="8778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080760" y="3429000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진행 중인 상품(예: 500개)이 조회됩니다. </a:t>
            </a:r>
            <a:pPr indent="0" marL="0">
              <a:buNone/>
            </a:pPr>
            <a:r>
              <a:rPr lang="en-US" sz="1200" b="1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“진행 상품 등록하기”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버튼을 다시 누르면 나머지 상품도 계속 추가 등록할 수 있습니다.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80760" y="4572000"/>
            <a:ext cx="5532120" cy="1508760"/>
          </a:xfrm>
          <a:prstGeom prst="roundRect">
            <a:avLst>
              <a:gd name="adj" fmla="val 4848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4800600"/>
            <a:ext cx="502920" cy="50292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9" y="493135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0" y="47731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· 쇼핑 커넥트 이용 가이드</a:t>
            </a:r>
            <a:endParaRPr lang="en-US" sz="1350" dirty="0"/>
          </a:p>
        </p:txBody>
      </p:sp>
      <p:sp>
        <p:nvSpPr>
          <p:cNvPr id="21" name="Text 16">
            <a:hlinkClick r:id="rId4" tooltip=""/>
          </p:cNvPr>
          <p:cNvSpPr/>
          <p:nvPr/>
        </p:nvSpPr>
        <p:spPr>
          <a:xfrm>
            <a:off x="6949440" y="51389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blog.naver.com/brandconnect/223750996692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프로세스 한눈에 보기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2700">
            <a:solidFill>
              <a:srgbClr val="2A2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37744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697480"/>
            <a:ext cx="640080" cy="64008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141" y="28639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&amp; 가입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317" y="3154680"/>
            <a:ext cx="237744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41498" y="237744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81578" y="2697480"/>
            <a:ext cx="640080" cy="64008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999" y="286390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41498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스토어 연동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75" y="3154680"/>
            <a:ext cx="237744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134356" y="237744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5774436" y="2697480"/>
            <a:ext cx="640080" cy="64008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857" y="2863901"/>
            <a:ext cx="307238" cy="3072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34356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신청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2033" y="3154680"/>
            <a:ext cx="237744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427214" y="237744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8067294" y="2697480"/>
            <a:ext cx="640080" cy="64008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3715" y="2863901"/>
            <a:ext cx="307238" cy="30723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427214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등록</a:t>
            </a:r>
            <a:endParaRPr lang="en-US" sz="13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4891" y="3154680"/>
            <a:ext cx="237744" cy="27432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720072" y="237744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10360152" y="2697480"/>
            <a:ext cx="640080" cy="64008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26573" y="2863901"/>
            <a:ext cx="307238" cy="30723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720072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1350" dirty="0"/>
          </a:p>
        </p:txBody>
      </p:sp>
      <p:sp>
        <p:nvSpPr>
          <p:cNvPr id="28" name="Text 17"/>
          <p:cNvSpPr/>
          <p:nvPr/>
        </p:nvSpPr>
        <p:spPr>
          <a:xfrm>
            <a:off x="548640" y="4617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신청부터 시작까지 승인 대기 없이 바로 진행됩니다.</a:t>
            </a:r>
            <a:endParaRPr lang="en-US" sz="1400" dirty="0"/>
          </a:p>
        </p:txBody>
      </p:sp>
      <p:sp>
        <p:nvSpPr>
          <p:cNvPr id="29" name="Shape 18"/>
          <p:cNvSpPr/>
          <p:nvPr/>
        </p:nvSpPr>
        <p:spPr>
          <a:xfrm>
            <a:off x="548640" y="521208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0" name="Shape 19"/>
          <p:cNvSpPr/>
          <p:nvPr/>
        </p:nvSpPr>
        <p:spPr>
          <a:xfrm>
            <a:off x="777240" y="5422392"/>
            <a:ext cx="502920" cy="502920"/>
          </a:xfrm>
          <a:prstGeom prst="ellipse">
            <a:avLst/>
          </a:prstGeom>
          <a:solidFill>
            <a:srgbClr val="2C2230"/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999" y="5553151"/>
            <a:ext cx="241402" cy="24140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417320" y="54223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체크포인트  </a:t>
            </a:r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사용료(수수료)는 최저 7%부터 직접 설정 가능 · 한 번에 최대 500개 등록 · 설정 변경은 다음 달 1일부터 적용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114800"/>
            <a:ext cx="5029200" cy="5029200"/>
          </a:xfrm>
          <a:prstGeom prst="ellipse">
            <a:avLst/>
          </a:prstGeom>
          <a:solidFill>
            <a:srgbClr val="A33C4E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직접 해볼 시간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브랜드커넥트 가입부터 쇼핑 커넥트 상품 등록까지, 오늘 화면을 그대로 따라 진행해 보세요.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886200"/>
            <a:ext cx="2011680" cy="0"/>
          </a:xfrm>
          <a:prstGeom prst="line">
            <a:avLst/>
          </a:prstGeom>
          <a:noFill/>
          <a:ln w="31750">
            <a:solidFill>
              <a:srgbClr val="A33C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용감한 용팀장 실전반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네이버 브랜드커넥트 활용하여 유입과 매출을 폭발시키기</dc:title>
  <dc:subject>PptxGenJS Presentation</dc:subject>
  <dc:creator>용감한 용팀장</dc:creator>
  <cp:lastModifiedBy>용감한 용팀장</cp:lastModifiedBy>
  <cp:revision>1</cp:revision>
  <dcterms:created xsi:type="dcterms:W3CDTF">2026-06-30T02:32:28Z</dcterms:created>
  <dcterms:modified xsi:type="dcterms:W3CDTF">2026-06-30T02:32:28Z</dcterms:modified>
</cp:coreProperties>
</file>