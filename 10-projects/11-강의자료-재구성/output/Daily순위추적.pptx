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2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69" r:id="rId2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0A9A2"/>
    <a:srgbClr val="1416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79F4A5-90E7-4A7D-BC91-626C0EF59D65}" v="2" dt="2026-06-12T12:25:48.80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73455" autoAdjust="0"/>
  </p:normalViewPr>
  <p:slideViewPr>
    <p:cSldViewPr snapToGrid="0" snapToObjects="1">
      <p:cViewPr varScale="1">
        <p:scale>
          <a:sx n="81" d="100"/>
          <a:sy n="81" d="100"/>
        </p:scale>
        <p:origin x="171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9" Type="http://schemas.openxmlformats.org/officeDocument/2006/relationships/slide" Target="slides/slide1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Relationship Id="rId35" Type="http://schemas.microsoft.com/office/2016/11/relationships/changesInfo" Target="changesInfos/changesInfo1.xml"/><Relationship Id="rId36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용 최" userId="1589a7fea772e98f" providerId="LiveId" clId="{2278AE4D-1D9B-403D-98CE-CD0A01F10ABE}"/>
    <pc:docChg chg="delSld modSld">
      <pc:chgData name="용 최" userId="1589a7fea772e98f" providerId="LiveId" clId="{2278AE4D-1D9B-403D-98CE-CD0A01F10ABE}" dt="2026-06-12T15:17:21.823" v="30" actId="20577"/>
      <pc:docMkLst>
        <pc:docMk/>
      </pc:docMkLst>
      <pc:sldChg chg="modSp mod">
        <pc:chgData name="용 최" userId="1589a7fea772e98f" providerId="LiveId" clId="{2278AE4D-1D9B-403D-98CE-CD0A01F10ABE}" dt="2026-06-12T15:17:21.823" v="30" actId="20577"/>
        <pc:sldMkLst>
          <pc:docMk/>
          <pc:sldMk cId="0" sldId="267"/>
        </pc:sldMkLst>
        <pc:spChg chg="mod">
          <ac:chgData name="용 최" userId="1589a7fea772e98f" providerId="LiveId" clId="{2278AE4D-1D9B-403D-98CE-CD0A01F10ABE}" dt="2026-06-12T15:17:21.823" v="30" actId="20577"/>
          <ac:spMkLst>
            <pc:docMk/>
            <pc:sldMk cId="0" sldId="267"/>
            <ac:spMk id="23" creationId="{00000000-0000-0000-0000-000000000000}"/>
          </ac:spMkLst>
        </pc:spChg>
      </pc:sldChg>
      <pc:sldChg chg="del">
        <pc:chgData name="용 최" userId="1589a7fea772e98f" providerId="LiveId" clId="{2278AE4D-1D9B-403D-98CE-CD0A01F10ABE}" dt="2026-06-12T15:14:52.717" v="0" actId="47"/>
        <pc:sldMkLst>
          <pc:docMk/>
          <pc:sldMk cId="0" sldId="294"/>
        </pc:sldMkLst>
      </pc:sldChg>
    </pc:docChg>
  </pc:docChgLst>
  <pc:docChgLst>
    <pc:chgData name="용 최" userId="1589a7fea772e98f" providerId="LiveId" clId="{465AE703-AA2D-495B-8FBD-D8E5CDCF7249}"/>
    <pc:docChg chg="delSld modSld">
      <pc:chgData name="용 최" userId="1589a7fea772e98f" providerId="LiveId" clId="{465AE703-AA2D-495B-8FBD-D8E5CDCF7249}" dt="2026-06-12T12:26:00.571" v="182" actId="6549"/>
      <pc:docMkLst>
        <pc:docMk/>
      </pc:docMkLst>
      <pc:sldChg chg="del">
        <pc:chgData name="용 최" userId="1589a7fea772e98f" providerId="LiveId" clId="{465AE703-AA2D-495B-8FBD-D8E5CDCF7249}" dt="2026-06-12T12:24:50.160" v="1" actId="47"/>
        <pc:sldMkLst>
          <pc:docMk/>
          <pc:sldMk cId="0" sldId="270"/>
        </pc:sldMkLst>
      </pc:sldChg>
      <pc:sldChg chg="del">
        <pc:chgData name="용 최" userId="1589a7fea772e98f" providerId="LiveId" clId="{465AE703-AA2D-495B-8FBD-D8E5CDCF7249}" dt="2026-06-12T12:24:48.164" v="0" actId="47"/>
        <pc:sldMkLst>
          <pc:docMk/>
          <pc:sldMk cId="0" sldId="271"/>
        </pc:sldMkLst>
      </pc:sldChg>
      <pc:sldChg chg="del">
        <pc:chgData name="용 최" userId="1589a7fea772e98f" providerId="LiveId" clId="{465AE703-AA2D-495B-8FBD-D8E5CDCF7249}" dt="2026-06-12T12:24:48.164" v="0" actId="47"/>
        <pc:sldMkLst>
          <pc:docMk/>
          <pc:sldMk cId="0" sldId="272"/>
        </pc:sldMkLst>
      </pc:sldChg>
      <pc:sldChg chg="del">
        <pc:chgData name="용 최" userId="1589a7fea772e98f" providerId="LiveId" clId="{465AE703-AA2D-495B-8FBD-D8E5CDCF7249}" dt="2026-06-12T12:24:48.164" v="0" actId="47"/>
        <pc:sldMkLst>
          <pc:docMk/>
          <pc:sldMk cId="0" sldId="273"/>
        </pc:sldMkLst>
      </pc:sldChg>
      <pc:sldChg chg="del">
        <pc:chgData name="용 최" userId="1589a7fea772e98f" providerId="LiveId" clId="{465AE703-AA2D-495B-8FBD-D8E5CDCF7249}" dt="2026-06-12T12:24:48.164" v="0" actId="47"/>
        <pc:sldMkLst>
          <pc:docMk/>
          <pc:sldMk cId="0" sldId="274"/>
        </pc:sldMkLst>
      </pc:sldChg>
      <pc:sldChg chg="del">
        <pc:chgData name="용 최" userId="1589a7fea772e98f" providerId="LiveId" clId="{465AE703-AA2D-495B-8FBD-D8E5CDCF7249}" dt="2026-06-12T12:24:48.164" v="0" actId="47"/>
        <pc:sldMkLst>
          <pc:docMk/>
          <pc:sldMk cId="0" sldId="275"/>
        </pc:sldMkLst>
      </pc:sldChg>
      <pc:sldChg chg="del">
        <pc:chgData name="용 최" userId="1589a7fea772e98f" providerId="LiveId" clId="{465AE703-AA2D-495B-8FBD-D8E5CDCF7249}" dt="2026-06-12T12:24:48.164" v="0" actId="47"/>
        <pc:sldMkLst>
          <pc:docMk/>
          <pc:sldMk cId="0" sldId="276"/>
        </pc:sldMkLst>
      </pc:sldChg>
      <pc:sldChg chg="del">
        <pc:chgData name="용 최" userId="1589a7fea772e98f" providerId="LiveId" clId="{465AE703-AA2D-495B-8FBD-D8E5CDCF7249}" dt="2026-06-12T12:24:48.164" v="0" actId="47"/>
        <pc:sldMkLst>
          <pc:docMk/>
          <pc:sldMk cId="0" sldId="277"/>
        </pc:sldMkLst>
      </pc:sldChg>
      <pc:sldChg chg="del">
        <pc:chgData name="용 최" userId="1589a7fea772e98f" providerId="LiveId" clId="{465AE703-AA2D-495B-8FBD-D8E5CDCF7249}" dt="2026-06-12T12:24:48.164" v="0" actId="47"/>
        <pc:sldMkLst>
          <pc:docMk/>
          <pc:sldMk cId="0" sldId="278"/>
        </pc:sldMkLst>
      </pc:sldChg>
      <pc:sldChg chg="modNotesTx">
        <pc:chgData name="용 최" userId="1589a7fea772e98f" providerId="LiveId" clId="{465AE703-AA2D-495B-8FBD-D8E5CDCF7249}" dt="2026-06-12T12:26:00.571" v="182" actId="6549"/>
        <pc:sldMkLst>
          <pc:docMk/>
          <pc:sldMk cId="3993701726" sldId="284"/>
        </pc:sldMkLst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97318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48640" y="411480"/>
            <a:ext cx="10927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Daily 순위 추적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1E2130"/>
          </a:solidFill>
          <a:ln/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868680" y="1673352"/>
            <a:ext cx="621792" cy="621792"/>
          </a:xfrm>
          <a:prstGeom prst="ellipse">
            <a:avLst/>
          </a:prstGeom>
          <a:solidFill>
            <a:srgbClr val="A33C4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1819656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1417320"/>
            <a:ext cx="9692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목표
</a:t>
            </a:r>
            <a:r>
              <a:rPr lang="en-US" sz="15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등록한 상품의 순위를 매일 추적해 최적화 결과를 검증하고 관리한다.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48640" y="2880360"/>
            <a:ext cx="384048" cy="384048"/>
          </a:xfrm>
          <a:prstGeom prst="ellipse">
            <a:avLst/>
          </a:prstGeom>
          <a:solidFill>
            <a:srgbClr val="2A2D3A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971800"/>
            <a:ext cx="201168" cy="20116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69848" y="2843784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내용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548640" y="3383280"/>
            <a:ext cx="108813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lnSpc>
                <a:spcPct val="120000"/>
              </a:lnSpc>
              <a:spcAft>
                <a:spcPts val="1100"/>
              </a:spcAft>
              <a:buSzPct val="100000"/>
              <a:buNone/>
            </a:pPr>
            <a:r>
              <a:rPr sz="1450" b="1" dirty="0">
                <a:solidFill>
                  <a:srgbClr val="E0A9A2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450" b="0" dirty="0" err="1">
                <a:solidFill>
                  <a:srgbClr val="C9CBD4"/>
                </a:solidFill>
                <a:latin typeface="맑은 고딕"/>
                <a:ea typeface="맑은 고딕"/>
                <a:cs typeface="맑은 고딕"/>
              </a:rPr>
              <a:t>셀링하니에</a:t>
            </a:r>
            <a:r>
              <a:rPr sz="1450" b="0" dirty="0">
                <a:solidFill>
                  <a:srgbClr val="C9CBD4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50" b="0" dirty="0" err="1">
                <a:solidFill>
                  <a:srgbClr val="C9CBD4"/>
                </a:solidFill>
                <a:latin typeface="맑은 고딕"/>
                <a:ea typeface="맑은 고딕"/>
                <a:cs typeface="맑은 고딕"/>
              </a:rPr>
              <a:t>추적</a:t>
            </a:r>
            <a:r>
              <a:rPr sz="1450" b="0" dirty="0">
                <a:solidFill>
                  <a:srgbClr val="C9CBD4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50" b="0" dirty="0" err="1">
                <a:solidFill>
                  <a:srgbClr val="C9CBD4"/>
                </a:solidFill>
                <a:latin typeface="맑은 고딕"/>
                <a:ea typeface="맑은 고딕"/>
                <a:cs typeface="맑은 고딕"/>
              </a:rPr>
              <a:t>키워드</a:t>
            </a:r>
            <a:r>
              <a:rPr sz="1450" b="0" dirty="0">
                <a:solidFill>
                  <a:srgbClr val="C9CBD4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50" b="0" dirty="0" err="1">
                <a:solidFill>
                  <a:srgbClr val="C9CBD4"/>
                </a:solidFill>
                <a:latin typeface="맑은 고딕"/>
                <a:ea typeface="맑은 고딕"/>
                <a:cs typeface="맑은 고딕"/>
              </a:rPr>
              <a:t>등록</a:t>
            </a:r>
            <a:endParaRPr lang="en-US" sz="1350" dirty="0"/>
          </a:p>
          <a:p>
            <a:pPr>
              <a:lnSpc>
                <a:spcPct val="120000"/>
              </a:lnSpc>
              <a:spcAft>
                <a:spcPts val="1100"/>
              </a:spcAft>
              <a:buNone/>
            </a:pPr>
            <a:r>
              <a:rPr sz="1450" b="1" dirty="0">
                <a:solidFill>
                  <a:srgbClr val="E0A9A2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lang="ko-KR" altLang="en-US" sz="1450" b="0" dirty="0" err="1">
                <a:solidFill>
                  <a:srgbClr val="C9CBD4"/>
                </a:solidFill>
                <a:latin typeface="맑은 고딕"/>
                <a:ea typeface="맑은 고딕"/>
                <a:cs typeface="맑은 고딕"/>
              </a:rPr>
              <a:t>셀링하니</a:t>
            </a:r>
            <a:r>
              <a:rPr lang="ko-KR" altLang="en-US" sz="1450" b="0" dirty="0">
                <a:solidFill>
                  <a:srgbClr val="C9CBD4"/>
                </a:solidFill>
                <a:latin typeface="맑은 고딕"/>
                <a:ea typeface="맑은 고딕"/>
                <a:cs typeface="맑은 고딕"/>
              </a:rPr>
              <a:t> 추천인 코드 </a:t>
            </a:r>
            <a:r>
              <a:rPr lang="en-US" altLang="ko-KR" sz="1450" dirty="0">
                <a:solidFill>
                  <a:srgbClr val="C9CBD4"/>
                </a:solidFill>
                <a:latin typeface="맑은 고딕"/>
                <a:ea typeface="맑은 고딕"/>
                <a:cs typeface="맑은 고딕"/>
              </a:rPr>
              <a:t>: </a:t>
            </a:r>
            <a:r>
              <a:rPr lang="ko-KR" altLang="en-US" sz="1450" dirty="0" err="1">
                <a:solidFill>
                  <a:srgbClr val="C9CBD4"/>
                </a:solidFill>
                <a:latin typeface="맑은 고딕"/>
                <a:ea typeface="맑은 고딕"/>
                <a:cs typeface="맑은 고딕"/>
              </a:rPr>
              <a:t>용팀장</a:t>
            </a:r>
            <a:endParaRPr lang="en-US" altLang="ko-KR" sz="1450" b="0" dirty="0">
              <a:solidFill>
                <a:srgbClr val="C9CBD4"/>
              </a:solidFill>
              <a:latin typeface="맑은 고딕"/>
              <a:ea typeface="맑은 고딕"/>
              <a:cs typeface="맑은 고딕"/>
            </a:endParaRPr>
          </a:p>
          <a:p>
            <a:pPr>
              <a:lnSpc>
                <a:spcPct val="120000"/>
              </a:lnSpc>
              <a:spcAft>
                <a:spcPts val="1100"/>
              </a:spcAft>
              <a:buNone/>
            </a:pPr>
            <a:r>
              <a:rPr lang="en-US" altLang="ko-KR" sz="1450" b="1" dirty="0">
                <a:solidFill>
                  <a:srgbClr val="E0A9A2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lang="en-US" altLang="ko-KR" sz="1450" dirty="0">
                <a:solidFill>
                  <a:srgbClr val="C9CBD4"/>
                </a:solidFill>
                <a:latin typeface="맑은 고딕"/>
                <a:ea typeface="맑은 고딕"/>
                <a:cs typeface="맑은 고딕"/>
              </a:rPr>
              <a:t>daily </a:t>
            </a:r>
            <a:r>
              <a:rPr lang="ko-KR" altLang="en-US" sz="1450" dirty="0">
                <a:solidFill>
                  <a:srgbClr val="C9CBD4"/>
                </a:solidFill>
                <a:latin typeface="맑은 고딕"/>
                <a:ea typeface="맑은 고딕"/>
                <a:cs typeface="맑은 고딕"/>
              </a:rPr>
              <a:t>순위 추적 </a:t>
            </a:r>
            <a:r>
              <a:rPr lang="en-US" altLang="ko-KR" sz="1450" dirty="0">
                <a:solidFill>
                  <a:srgbClr val="C9CBD4"/>
                </a:solidFill>
                <a:latin typeface="맑은 고딕"/>
                <a:ea typeface="맑은 고딕"/>
                <a:cs typeface="맑은 고딕"/>
              </a:rPr>
              <a:t>— </a:t>
            </a:r>
            <a:r>
              <a:rPr lang="ko-KR" altLang="en-US" sz="1450" dirty="0">
                <a:solidFill>
                  <a:srgbClr val="C9CBD4"/>
                </a:solidFill>
                <a:latin typeface="맑은 고딕"/>
                <a:ea typeface="맑은 고딕"/>
                <a:cs typeface="맑은 고딕"/>
              </a:rPr>
              <a:t>키워드별 순위를 매일 확인해 상품명 최적화 검증</a:t>
            </a:r>
          </a:p>
          <a:p>
            <a:pPr>
              <a:lnSpc>
                <a:spcPct val="120000"/>
              </a:lnSpc>
              <a:spcAft>
                <a:spcPts val="1100"/>
              </a:spcAft>
              <a:buNone/>
            </a:pPr>
            <a:endParaRPr lang="ko-KR" altLang="en-US" sz="1450" b="0" dirty="0">
              <a:solidFill>
                <a:srgbClr val="C9CBD4"/>
              </a:solidFill>
              <a:latin typeface="맑은 고딕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646</TotalTime>
  <Words>2122</Words>
  <Application>Microsoft Office PowerPoint</Application>
  <PresentationFormat>와이드스크린</PresentationFormat>
  <Paragraphs>395</Paragraphs>
  <Slides>28</Slides>
  <Notes>28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28</vt:i4>
      </vt:variant>
    </vt:vector>
  </HeadingPairs>
  <TitlesOfParts>
    <vt:vector size="31" baseType="lpstr">
      <vt:lpstr>맑은 고딕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네이버 1페이지 점령 - 1주차</dc:title>
  <dc:subject>PptxGenJS Presentation</dc:subject>
  <dc:creator>용감한 용팀장</dc:creator>
  <cp:lastModifiedBy>용 최</cp:lastModifiedBy>
  <cp:revision>24</cp:revision>
  <dcterms:created xsi:type="dcterms:W3CDTF">2026-06-12T02:15:20Z</dcterms:created>
  <dcterms:modified xsi:type="dcterms:W3CDTF">2026-06-12T15:17:31Z</dcterms:modified>
</cp:coreProperties>
</file>