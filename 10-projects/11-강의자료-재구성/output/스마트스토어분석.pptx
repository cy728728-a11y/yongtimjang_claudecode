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4AB880-86D9-4215-A1AE-06DC2BC783A5}" v="1" dt="2026-07-03T15:39:59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8DF79C0F-0B75-4C12-8AA2-E2DCB94864A2}"/>
    <pc:docChg chg="modSld">
      <pc:chgData name="용 최" userId="1589a7fea772e98f" providerId="LiveId" clId="{8DF79C0F-0B75-4C12-8AA2-E2DCB94864A2}" dt="2026-07-03T15:40:16.703" v="61" actId="20577"/>
      <pc:docMkLst>
        <pc:docMk/>
      </pc:docMkLst>
      <pc:sldChg chg="modSp mod">
        <pc:chgData name="용 최" userId="1589a7fea772e98f" providerId="LiveId" clId="{8DF79C0F-0B75-4C12-8AA2-E2DCB94864A2}" dt="2026-07-03T15:38:50.434" v="26" actId="1038"/>
        <pc:sldMkLst>
          <pc:docMk/>
          <pc:sldMk cId="0" sldId="284"/>
        </pc:sldMkLst>
        <pc:picChg chg="mod">
          <ac:chgData name="용 최" userId="1589a7fea772e98f" providerId="LiveId" clId="{8DF79C0F-0B75-4C12-8AA2-E2DCB94864A2}" dt="2026-07-03T15:38:50.434" v="26" actId="1038"/>
          <ac:picMkLst>
            <pc:docMk/>
            <pc:sldMk cId="0" sldId="284"/>
            <ac:picMk id="6" creationId="{00000000-0000-0000-0000-000000000000}"/>
          </ac:picMkLst>
        </pc:picChg>
      </pc:sldChg>
      <pc:sldChg chg="modSp mod">
        <pc:chgData name="용 최" userId="1589a7fea772e98f" providerId="LiveId" clId="{8DF79C0F-0B75-4C12-8AA2-E2DCB94864A2}" dt="2026-07-03T15:40:16.703" v="61" actId="20577"/>
        <pc:sldMkLst>
          <pc:docMk/>
          <pc:sldMk cId="0" sldId="303"/>
        </pc:sldMkLst>
        <pc:spChg chg="mod">
          <ac:chgData name="용 최" userId="1589a7fea772e98f" providerId="LiveId" clId="{8DF79C0F-0B75-4C12-8AA2-E2DCB94864A2}" dt="2026-07-03T15:39:45.235" v="27" actId="1076"/>
          <ac:spMkLst>
            <pc:docMk/>
            <pc:sldMk cId="0" sldId="303"/>
            <ac:spMk id="5" creationId="{00000000-0000-0000-0000-000000000000}"/>
          </ac:spMkLst>
        </pc:spChg>
        <pc:spChg chg="mod">
          <ac:chgData name="용 최" userId="1589a7fea772e98f" providerId="LiveId" clId="{8DF79C0F-0B75-4C12-8AA2-E2DCB94864A2}" dt="2026-07-03T15:39:59.620" v="52"/>
          <ac:spMkLst>
            <pc:docMk/>
            <pc:sldMk cId="0" sldId="303"/>
            <ac:spMk id="9" creationId="{00000000-0000-0000-0000-000000000000}"/>
          </ac:spMkLst>
        </pc:spChg>
        <pc:spChg chg="mod">
          <ac:chgData name="용 최" userId="1589a7fea772e98f" providerId="LiveId" clId="{8DF79C0F-0B75-4C12-8AA2-E2DCB94864A2}" dt="2026-07-03T15:40:16.703" v="61" actId="20577"/>
          <ac:spMkLst>
            <pc:docMk/>
            <pc:sldMk cId="0" sldId="303"/>
            <ac:spMk id="21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79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스마트스토어 스토어분석 — 새 화면 완전 정복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365992" cy="1024128"/>
          </a:xfrm>
          <a:prstGeom prst="roundRect">
            <a:avLst>
              <a:gd name="adj" fmla="val 714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512064" cy="512064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325880" y="1078992"/>
            <a:ext cx="10241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목표
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통계 메뉴가 스토어분석으로 개편됨. 판매·방문·검색·고객 4개 메뉴 구조와 달라진 루틴을 익힌다.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304288"/>
            <a:ext cx="420624" cy="420624"/>
          </a:xfrm>
          <a:prstGeom prst="ellipse">
            <a:avLst/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3042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내용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7589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 → 판매분석 → 방문분석 → 고객분석  4개 메뉴로 재편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판매분석: 분석기준 [상품] + [채널상품] 선택 → TOP10 확인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리포트: 방문분석 &gt; 검색 리포트 → 검색어/카테고리 조합으로 유입 키워드 확인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검색어 5명 미만 롱테일 키워드 누락 / 엑셀 다운로드 상위 50개 제한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판매된 상품의 유입 키워드는 판매분석 + 검색리포트 2단계로 나눠서 확인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0" y="2560320"/>
            <a:ext cx="36576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판매분석 — 조회 세팅 방법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6858000" cy="5029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960120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680960" y="1033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조회 기간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0" y="14173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30일 선택 (기본값)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선택도 가능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98080" y="2258568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680960" y="2331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분석 기준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80960" y="27157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[상품] 탭 클릭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반드시 선택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98080" y="3557016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680960" y="36301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상품 선택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80960" y="401421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[채널상품] 탭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그룹상품은 별도 탭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98080" y="4855464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7680960" y="49286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조회 실행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680960" y="531266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우측 하단 [조회] 버튼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하단 TOP10 자동 노출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판매금액 TOP10 — 결과 확인법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4572000" cy="5303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0" y="960120"/>
            <a:ext cx="6492240" cy="1828800"/>
          </a:xfrm>
          <a:prstGeom prst="roundRect">
            <a:avLst>
              <a:gd name="adj" fmla="val 40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486400" y="10058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판매금액(총) TOP10 읽는 법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0" y="1444752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조회 후 하단에 자동으로 1~3위 노출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'순위 더보기 +' 클릭 → TOP10 전체 확인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03520" y="2971800"/>
            <a:ext cx="6492240" cy="1554480"/>
          </a:xfrm>
          <a:prstGeom prst="roundRect">
            <a:avLst>
              <a:gd name="adj" fmla="val 4706"/>
            </a:avLst>
          </a:prstGeom>
          <a:solidFill>
            <a:srgbClr val="2A1A1F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486400" y="3035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유입 키워드 없음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0" y="3438144"/>
            <a:ext cx="6126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화면에서는 유입 키워드를 볼 수 없습니다.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팔린 상품 가공 시 키워드 정보 없이 진행해야 하며,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통계(구버전)를 8월 중순까지 병행 활용 가능합니다.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03520" y="4709160"/>
            <a:ext cx="649224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스토어분석 전체 메뉴 구조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669280" cy="2606040"/>
          </a:xfrm>
          <a:prstGeom prst="roundRect">
            <a:avLst>
              <a:gd name="adj" fmla="val 350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6072" y="1143000"/>
            <a:ext cx="457200" cy="457200"/>
          </a:xfrm>
          <a:prstGeom prst="ellipse">
            <a:avLst/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76072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" y="1143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2648" y="1728216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스토어현황: 5단계 시그널 + 유사 스토어 비교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실시간현황: 오늘 방문수/판매금액 시간대별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매일 첫 체크포인트로 활용 권장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960120"/>
            <a:ext cx="5669280" cy="2606040"/>
          </a:xfrm>
          <a:prstGeom prst="roundRect">
            <a:avLst>
              <a:gd name="adj" fmla="val 350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519672" y="1143000"/>
            <a:ext cx="457200" cy="45720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19672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04888" y="1143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 분석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6248" y="1728216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 리포트: 채널/카테고리/상품/브랜드 기준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채널상품·그룹상품 TOP10 확인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다운로드: 상위 500개까지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794760"/>
            <a:ext cx="5669280" cy="2606040"/>
          </a:xfrm>
          <a:prstGeom prst="roundRect">
            <a:avLst>
              <a:gd name="adj" fmla="val 350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76072" y="3977640"/>
            <a:ext cx="457200" cy="457200"/>
          </a:xfrm>
          <a:prstGeom prst="ellipse">
            <a:avLst/>
          </a:prstGeom>
          <a:solidFill>
            <a:srgbClr val="5FA894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7607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61288" y="3977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분석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" y="4562856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리포트: 경로별 일별 방문 추이 (스택바)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리포트: 검색어/카테고리 조합으로 유입 키워드 랭킹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다운로드: 검색어 상위 50개까지만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3794760"/>
            <a:ext cx="5669280" cy="2606040"/>
          </a:xfrm>
          <a:prstGeom prst="roundRect">
            <a:avLst>
              <a:gd name="adj" fmla="val 350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519672" y="3977640"/>
            <a:ext cx="457200" cy="457200"/>
          </a:xfrm>
          <a:prstGeom prst="ellipse">
            <a:avLst/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1967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🧑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04888" y="3977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분석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56248" y="4562856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성/연령별, 신규/재구매 고객 분석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바우처 활용 현황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4주차 활용 범위 밖 (추후 참고)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2951</Words>
  <Application>Microsoft Office PowerPoint</Application>
  <PresentationFormat>와이드스크린</PresentationFormat>
  <Paragraphs>474</Paragraphs>
  <Slides>50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2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용감한 용팀장 실전반 1기 4주차</dc:title>
  <dc:subject>PptxGenJS Presentation</dc:subject>
  <dc:creator>PptxGenJS</dc:creator>
  <cp:lastModifiedBy>용 최</cp:lastModifiedBy>
  <cp:revision>1</cp:revision>
  <dcterms:created xsi:type="dcterms:W3CDTF">2026-07-03T14:40:00Z</dcterms:created>
  <dcterms:modified xsi:type="dcterms:W3CDTF">2026-07-03T15:40:21Z</dcterms:modified>
</cp:coreProperties>
</file>