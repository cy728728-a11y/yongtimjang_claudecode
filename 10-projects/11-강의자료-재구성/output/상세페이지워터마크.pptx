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64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130"/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630BA9-FA84-4F1A-84A4-12FF6DBF1788}" v="3" dt="2026-06-26T14:26:35.263"/>
    <p1510:client id="{662297DB-3009-49BD-A33A-F9324C99E058}" v="30" vWet="31" dt="2026-06-26T07:40:42.023"/>
    <p1510:client id="{AE320EE3-6629-4F24-A303-5A7952CCAB20}" v="3" dt="2026-06-26T04:49:33.600"/>
    <p1510:client id="{B40A4064-3035-46EB-A17E-8A3129D30366}" v="2" dt="2026-06-26T14:07:21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1" Type="http://schemas.openxmlformats.org/officeDocument/2006/relationships/slide" Target="slides/slide1.xml"/><Relationship Id="rId32" Type="http://schemas.openxmlformats.org/officeDocument/2006/relationships/slide" Target="slides/slide2.xml"/><Relationship Id="rId33" Type="http://schemas.openxmlformats.org/officeDocument/2006/relationships/slide" Target="slides/slide3.xml"/><Relationship Id="rId34" Type="http://schemas.openxmlformats.org/officeDocument/2006/relationships/slide" Target="slides/slide4.xml"/><Relationship Id="rId35" Type="http://schemas.openxmlformats.org/officeDocument/2006/relationships/slide" Target="slides/slide5.xml"/><Relationship Id="rId36" Type="http://schemas.openxmlformats.org/officeDocument/2006/relationships/slide" Target="slides/slide6.xml"/><Relationship Id="rId37" Type="http://schemas.openxmlformats.org/officeDocument/2006/relationships/slide" Target="slides/slide7.xml"/><Relationship Id="rId38" Type="http://schemas.openxmlformats.org/officeDocument/2006/relationships/slide" Target="slides/slide8.xml"/><Relationship Id="rId39" Type="http://schemas.openxmlformats.org/officeDocument/2006/relationships/slide" Target="slides/slide9.xml"/><Relationship Id="rId40" Type="http://schemas.openxmlformats.org/officeDocument/2006/relationships/slide" Target="slides/slide10.xml"/><Relationship Id="rId41" Type="http://schemas.openxmlformats.org/officeDocument/2006/relationships/slide" Target="slides/slide11.xml"/><Relationship Id="rId42" Type="http://schemas.openxmlformats.org/officeDocument/2006/relationships/slide" Target="slides/slide12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2278AE4D-1D9B-403D-98CE-CD0A01F10ABE}"/>
    <pc:docChg chg="undo custSel delSld modSld">
      <pc:chgData name="용 최" userId="1589a7fea772e98f" providerId="LiveId" clId="{2278AE4D-1D9B-403D-98CE-CD0A01F10ABE}" dt="2026-06-26T14:33:38.695" v="1027" actId="20577"/>
      <pc:docMkLst>
        <pc:docMk/>
      </pc:docMkLst>
      <pc:sldChg chg="modSp mod">
        <pc:chgData name="용 최" userId="1589a7fea772e98f" providerId="LiveId" clId="{2278AE4D-1D9B-403D-98CE-CD0A01F10ABE}" dt="2026-06-26T04:37:50.202" v="95" actId="20577"/>
        <pc:sldMkLst>
          <pc:docMk/>
          <pc:sldMk cId="0" sldId="261"/>
        </pc:sldMkLst>
        <pc:spChg chg="mod">
          <ac:chgData name="용 최" userId="1589a7fea772e98f" providerId="LiveId" clId="{2278AE4D-1D9B-403D-98CE-CD0A01F10ABE}" dt="2026-06-26T04:37:50.202" v="95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38:14.730" v="120" actId="20577"/>
        <pc:sldMkLst>
          <pc:docMk/>
          <pc:sldMk cId="0" sldId="262"/>
        </pc:sldMkLst>
        <pc:spChg chg="mod">
          <ac:chgData name="용 최" userId="1589a7fea772e98f" providerId="LiveId" clId="{2278AE4D-1D9B-403D-98CE-CD0A01F10ABE}" dt="2026-06-26T04:38:14.730" v="120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35:16.687" v="307" actId="20577"/>
        <pc:sldMkLst>
          <pc:docMk/>
          <pc:sldMk cId="0" sldId="264"/>
        </pc:sldMkLst>
        <pc:spChg chg="mod">
          <ac:chgData name="용 최" userId="1589a7fea772e98f" providerId="LiveId" clId="{2278AE4D-1D9B-403D-98CE-CD0A01F10ABE}" dt="2026-06-26T12:35:16.687" v="307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04:07.152" v="518" actId="14100"/>
        <pc:sldMkLst>
          <pc:docMk/>
          <pc:sldMk cId="0" sldId="265"/>
        </pc:sldMkLst>
        <pc:spChg chg="mod">
          <ac:chgData name="용 최" userId="1589a7fea772e98f" providerId="LiveId" clId="{2278AE4D-1D9B-403D-98CE-CD0A01F10ABE}" dt="2026-06-26T14:04:07.152" v="518" actId="14100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05:06.057" v="558" actId="6549"/>
        <pc:sldMkLst>
          <pc:docMk/>
          <pc:sldMk cId="0" sldId="266"/>
        </pc:sldMkLst>
        <pc:spChg chg="mod">
          <ac:chgData name="용 최" userId="1589a7fea772e98f" providerId="LiveId" clId="{2278AE4D-1D9B-403D-98CE-CD0A01F10ABE}" dt="2026-06-26T14:05:06.057" v="558" actId="6549"/>
          <ac:spMkLst>
            <pc:docMk/>
            <pc:sldMk cId="0" sldId="266"/>
            <ac:spMk id="12" creationId="{00000000-0000-0000-0000-000000000000}"/>
          </ac:spMkLst>
        </pc:spChg>
      </pc:sldChg>
      <pc:sldChg chg="modSp del mod">
        <pc:chgData name="용 최" userId="1589a7fea772e98f" providerId="LiveId" clId="{2278AE4D-1D9B-403D-98CE-CD0A01F10ABE}" dt="2026-06-26T14:24:57.863" v="668" actId="47"/>
        <pc:sldMkLst>
          <pc:docMk/>
          <pc:sldMk cId="0" sldId="267"/>
        </pc:sldMkLst>
        <pc:spChg chg="mod">
          <ac:chgData name="용 최" userId="1589a7fea772e98f" providerId="LiveId" clId="{2278AE4D-1D9B-403D-98CE-CD0A01F10ABE}" dt="2026-06-26T14:24:39.281" v="667"/>
          <ac:spMkLst>
            <pc:docMk/>
            <pc:sldMk cId="0" sldId="267"/>
            <ac:spMk id="4" creationId="{00000000-0000-0000-0000-000000000000}"/>
          </ac:spMkLst>
        </pc:spChg>
        <pc:spChg chg="mod">
          <ac:chgData name="용 최" userId="1589a7fea772e98f" providerId="LiveId" clId="{2278AE4D-1D9B-403D-98CE-CD0A01F10ABE}" dt="2026-06-26T14:07:46.028" v="660" actId="14100"/>
          <ac:spMkLst>
            <pc:docMk/>
            <pc:sldMk cId="0" sldId="267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0:09.416" v="133" actId="207"/>
        <pc:sldMkLst>
          <pc:docMk/>
          <pc:sldMk cId="0" sldId="269"/>
        </pc:sldMkLst>
        <pc:spChg chg="mod">
          <ac:chgData name="용 최" userId="1589a7fea772e98f" providerId="LiveId" clId="{2278AE4D-1D9B-403D-98CE-CD0A01F10ABE}" dt="2026-06-26T04:39:35.501" v="123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9.416" v="133" actId="207"/>
          <ac:spMkLst>
            <pc:docMk/>
            <pc:sldMk cId="0" sldId="269"/>
            <ac:spMk id="4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5" creationId="{00000000-0000-0000-0000-000000000000}"/>
          </ac:spMkLst>
        </pc:spChg>
        <pc:spChg chg="mod">
          <ac:chgData name="용 최" userId="1589a7fea772e98f" providerId="LiveId" clId="{2278AE4D-1D9B-403D-98CE-CD0A01F10ABE}" dt="2026-06-26T04:39:39.057" v="124" actId="20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용 최" userId="1589a7fea772e98f" providerId="LiveId" clId="{2278AE4D-1D9B-403D-98CE-CD0A01F10ABE}" dt="2026-06-26T04:39:44.307" v="127" actId="115"/>
          <ac:spMkLst>
            <pc:docMk/>
            <pc:sldMk cId="0" sldId="269"/>
            <ac:spMk id="18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21" creationId="{00000000-0000-0000-0000-000000000000}"/>
          </ac:spMkLst>
        </pc:spChg>
        <pc:spChg chg="mod">
          <ac:chgData name="용 최" userId="1589a7fea772e98f" providerId="LiveId" clId="{2278AE4D-1D9B-403D-98CE-CD0A01F10ABE}" dt="2026-06-26T04:39:46.872" v="128" actId="207"/>
          <ac:spMkLst>
            <pc:docMk/>
            <pc:sldMk cId="0" sldId="269"/>
            <ac:spMk id="26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27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29" creationId="{00000000-0000-0000-0000-000000000000}"/>
          </ac:spMkLst>
        </pc:spChg>
        <pc:spChg chg="mod">
          <ac:chgData name="용 최" userId="1589a7fea772e98f" providerId="LiveId" clId="{2278AE4D-1D9B-403D-98CE-CD0A01F10ABE}" dt="2026-06-26T04:39:53.840" v="129" actId="207"/>
          <ac:spMkLst>
            <pc:docMk/>
            <pc:sldMk cId="0" sldId="269"/>
            <ac:spMk id="34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35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3:30.637" v="224" actId="20577"/>
        <pc:sldMkLst>
          <pc:docMk/>
          <pc:sldMk cId="0" sldId="270"/>
        </pc:sldMkLst>
        <pc:spChg chg="mod">
          <ac:chgData name="용 최" userId="1589a7fea772e98f" providerId="LiveId" clId="{2278AE4D-1D9B-403D-98CE-CD0A01F10ABE}" dt="2026-06-26T04:43:30.637" v="224" actId="20577"/>
          <ac:spMkLst>
            <pc:docMk/>
            <pc:sldMk cId="0" sldId="270"/>
            <ac:spMk id="5" creationId="{00000000-0000-0000-0000-000000000000}"/>
          </ac:spMkLst>
        </pc:spChg>
        <pc:spChg chg="mod">
          <ac:chgData name="용 최" userId="1589a7fea772e98f" providerId="LiveId" clId="{2278AE4D-1D9B-403D-98CE-CD0A01F10ABE}" dt="2026-06-26T04:39:15.326" v="121" actId="207"/>
          <ac:spMkLst>
            <pc:docMk/>
            <pc:sldMk cId="0" sldId="270"/>
            <ac:spMk id="8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7:33.429" v="237" actId="20577"/>
        <pc:sldMkLst>
          <pc:docMk/>
          <pc:sldMk cId="0" sldId="276"/>
        </pc:sldMkLst>
        <pc:spChg chg="mod">
          <ac:chgData name="용 최" userId="1589a7fea772e98f" providerId="LiveId" clId="{2278AE4D-1D9B-403D-98CE-CD0A01F10ABE}" dt="2026-06-26T04:45:17.423" v="230"/>
          <ac:spMkLst>
            <pc:docMk/>
            <pc:sldMk cId="0" sldId="276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04:47:33.429" v="237" actId="20577"/>
          <ac:spMkLst>
            <pc:docMk/>
            <pc:sldMk cId="0" sldId="276"/>
            <ac:spMk id="31" creationId="{00000000-0000-0000-0000-000000000000}"/>
          </ac:spMkLst>
        </pc:spChg>
      </pc:sldChg>
      <pc:sldChg chg="addSp modSp mod">
        <pc:chgData name="용 최" userId="1589a7fea772e98f" providerId="LiveId" clId="{2278AE4D-1D9B-403D-98CE-CD0A01F10ABE}" dt="2026-06-26T04:52:19.797" v="259"/>
        <pc:sldMkLst>
          <pc:docMk/>
          <pc:sldMk cId="0" sldId="278"/>
        </pc:sldMkLst>
        <pc:spChg chg="add mod">
          <ac:chgData name="용 최" userId="1589a7fea772e98f" providerId="LiveId" clId="{2278AE4D-1D9B-403D-98CE-CD0A01F10ABE}" dt="2026-06-26T04:52:19.776" v="241"/>
          <ac:spMkLst>
            <pc:docMk/>
            <pc:sldMk cId="0" sldId="278"/>
            <ac:spMk id="18" creationId="{7E032809-FD6C-4EB6-BCB7-561A1C6FBBD8}"/>
          </ac:spMkLst>
        </pc:spChg>
        <pc:spChg chg="add mod">
          <ac:chgData name="용 최" userId="1589a7fea772e98f" providerId="LiveId" clId="{2278AE4D-1D9B-403D-98CE-CD0A01F10ABE}" dt="2026-06-26T04:52:19.777" v="245"/>
          <ac:spMkLst>
            <pc:docMk/>
            <pc:sldMk cId="0" sldId="278"/>
            <ac:spMk id="19" creationId="{F8B93696-78DF-430B-A8F4-387C287D4A49}"/>
          </ac:spMkLst>
        </pc:spChg>
        <pc:spChg chg="add mod">
          <ac:chgData name="용 최" userId="1589a7fea772e98f" providerId="LiveId" clId="{2278AE4D-1D9B-403D-98CE-CD0A01F10ABE}" dt="2026-06-26T04:52:19.791" v="252"/>
          <ac:spMkLst>
            <pc:docMk/>
            <pc:sldMk cId="0" sldId="278"/>
            <ac:spMk id="20" creationId="{40957A12-6736-4B76-8C72-D5C49AB79BE3}"/>
          </ac:spMkLst>
        </pc:spChg>
        <pc:spChg chg="add mod">
          <ac:chgData name="용 최" userId="1589a7fea772e98f" providerId="LiveId" clId="{2278AE4D-1D9B-403D-98CE-CD0A01F10ABE}" dt="2026-06-26T04:52:19.797" v="259"/>
          <ac:spMkLst>
            <pc:docMk/>
            <pc:sldMk cId="0" sldId="278"/>
            <ac:spMk id="21" creationId="{0FE36514-2FFF-4D94-BF75-6BD66895CF53}"/>
          </ac:spMkLst>
        </pc:spChg>
      </pc:sldChg>
      <pc:sldChg chg="modSp mod">
        <pc:chgData name="용 최" userId="1589a7fea772e98f" providerId="LiveId" clId="{2278AE4D-1D9B-403D-98CE-CD0A01F10ABE}" dt="2026-06-26T12:38:00.768" v="408" actId="14100"/>
        <pc:sldMkLst>
          <pc:docMk/>
          <pc:sldMk cId="0" sldId="291"/>
        </pc:sldMkLst>
        <pc:spChg chg="mod">
          <ac:chgData name="용 최" userId="1589a7fea772e98f" providerId="LiveId" clId="{2278AE4D-1D9B-403D-98CE-CD0A01F10ABE}" dt="2026-06-26T12:37:44.003" v="361"/>
          <ac:spMkLst>
            <pc:docMk/>
            <pc:sldMk cId="0" sldId="291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12:37:44.006" v="369"/>
          <ac:spMkLst>
            <pc:docMk/>
            <pc:sldMk cId="0" sldId="291"/>
            <ac:spMk id="12" creationId="{00000000-0000-0000-0000-000000000000}"/>
          </ac:spMkLst>
        </pc:spChg>
        <pc:picChg chg="mod">
          <ac:chgData name="용 최" userId="1589a7fea772e98f" providerId="LiveId" clId="{2278AE4D-1D9B-403D-98CE-CD0A01F10ABE}" dt="2026-06-26T12:38:00.768" v="408" actId="14100"/>
          <ac:picMkLst>
            <pc:docMk/>
            <pc:sldMk cId="0" sldId="291"/>
            <ac:picMk id="11" creationId="{00000000-0000-0000-0000-000000000000}"/>
          </ac:picMkLst>
        </pc:picChg>
      </pc:sldChg>
      <pc:sldChg chg="modSp mod">
        <pc:chgData name="용 최" userId="1589a7fea772e98f" providerId="LiveId" clId="{2278AE4D-1D9B-403D-98CE-CD0A01F10ABE}" dt="2026-06-26T12:39:43.838" v="511" actId="6549"/>
        <pc:sldMkLst>
          <pc:docMk/>
          <pc:sldMk cId="0" sldId="293"/>
        </pc:sldMkLst>
        <pc:spChg chg="mod">
          <ac:chgData name="용 최" userId="1589a7fea772e98f" providerId="LiveId" clId="{2278AE4D-1D9B-403D-98CE-CD0A01F10ABE}" dt="2026-06-26T12:39:43.838" v="511" actId="6549"/>
          <ac:spMkLst>
            <pc:docMk/>
            <pc:sldMk cId="0" sldId="293"/>
            <ac:spMk id="9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43:31.140" v="514" actId="20577"/>
        <pc:sldMkLst>
          <pc:docMk/>
          <pc:sldMk cId="0" sldId="294"/>
        </pc:sldMkLst>
        <pc:spChg chg="mod">
          <ac:chgData name="용 최" userId="1589a7fea772e98f" providerId="LiveId" clId="{2278AE4D-1D9B-403D-98CE-CD0A01F10ABE}" dt="2026-06-26T12:43:31.140" v="514" actId="20577"/>
          <ac:spMkLst>
            <pc:docMk/>
            <pc:sldMk cId="0" sldId="294"/>
            <ac:spMk id="16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44:02.270" v="517" actId="14100"/>
        <pc:sldMkLst>
          <pc:docMk/>
          <pc:sldMk cId="0" sldId="295"/>
        </pc:sldMkLst>
        <pc:spChg chg="mod">
          <ac:chgData name="용 최" userId="1589a7fea772e98f" providerId="LiveId" clId="{2278AE4D-1D9B-403D-98CE-CD0A01F10ABE}" dt="2026-06-26T12:43:58.927" v="516" actId="14100"/>
          <ac:spMkLst>
            <pc:docMk/>
            <pc:sldMk cId="0" sldId="295"/>
            <ac:spMk id="9" creationId="{00000000-0000-0000-0000-000000000000}"/>
          </ac:spMkLst>
        </pc:spChg>
        <pc:picChg chg="mod">
          <ac:chgData name="용 최" userId="1589a7fea772e98f" providerId="LiveId" clId="{2278AE4D-1D9B-403D-98CE-CD0A01F10ABE}" dt="2026-06-26T12:44:02.270" v="517" actId="14100"/>
          <ac:picMkLst>
            <pc:docMk/>
            <pc:sldMk cId="0" sldId="295"/>
            <ac:picMk id="10" creationId="{00000000-0000-0000-0000-000000000000}"/>
          </ac:picMkLst>
        </pc:picChg>
      </pc:sldChg>
      <pc:sldChg chg="modSp mod">
        <pc:chgData name="용 최" userId="1589a7fea772e98f" providerId="LiveId" clId="{2278AE4D-1D9B-403D-98CE-CD0A01F10ABE}" dt="2026-06-26T14:25:54.969" v="721" actId="6549"/>
        <pc:sldMkLst>
          <pc:docMk/>
          <pc:sldMk cId="0" sldId="300"/>
        </pc:sldMkLst>
        <pc:spChg chg="mod">
          <ac:chgData name="용 최" userId="1589a7fea772e98f" providerId="LiveId" clId="{2278AE4D-1D9B-403D-98CE-CD0A01F10ABE}" dt="2026-06-26T14:25:54.969" v="721" actId="6549"/>
          <ac:spMkLst>
            <pc:docMk/>
            <pc:sldMk cId="0" sldId="300"/>
            <ac:spMk id="4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7:32.403" v="770" actId="6549"/>
        <pc:sldMkLst>
          <pc:docMk/>
          <pc:sldMk cId="0" sldId="301"/>
        </pc:sldMkLst>
        <pc:spChg chg="mod">
          <ac:chgData name="용 최" userId="1589a7fea772e98f" providerId="LiveId" clId="{2278AE4D-1D9B-403D-98CE-CD0A01F10ABE}" dt="2026-06-26T14:27:32.403" v="770" actId="6549"/>
          <ac:spMkLst>
            <pc:docMk/>
            <pc:sldMk cId="0" sldId="301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7:55.987" v="789" actId="20577"/>
        <pc:sldMkLst>
          <pc:docMk/>
          <pc:sldMk cId="0" sldId="302"/>
        </pc:sldMkLst>
        <pc:spChg chg="mod">
          <ac:chgData name="용 최" userId="1589a7fea772e98f" providerId="LiveId" clId="{2278AE4D-1D9B-403D-98CE-CD0A01F10ABE}" dt="2026-06-26T14:27:55.987" v="789" actId="20577"/>
          <ac:spMkLst>
            <pc:docMk/>
            <pc:sldMk cId="0" sldId="302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9:21.396" v="792" actId="20577"/>
        <pc:sldMkLst>
          <pc:docMk/>
          <pc:sldMk cId="0" sldId="303"/>
        </pc:sldMkLst>
        <pc:spChg chg="mod">
          <ac:chgData name="용 최" userId="1589a7fea772e98f" providerId="LiveId" clId="{2278AE4D-1D9B-403D-98CE-CD0A01F10ABE}" dt="2026-06-26T14:29:21.396" v="792" actId="20577"/>
          <ac:spMkLst>
            <pc:docMk/>
            <pc:sldMk cId="0" sldId="303"/>
            <ac:spMk id="14" creationId="{00000000-0000-0000-0000-000000000000}"/>
          </ac:spMkLst>
        </pc:spChg>
      </pc:sldChg>
      <pc:sldChg chg="del">
        <pc:chgData name="용 최" userId="1589a7fea772e98f" providerId="LiveId" clId="{2278AE4D-1D9B-403D-98CE-CD0A01F10ABE}" dt="2026-06-26T14:29:04.743" v="790" actId="47"/>
        <pc:sldMkLst>
          <pc:docMk/>
          <pc:sldMk cId="0" sldId="305"/>
        </pc:sldMkLst>
      </pc:sldChg>
      <pc:sldChg chg="modSp mod">
        <pc:chgData name="용 최" userId="1589a7fea772e98f" providerId="LiveId" clId="{2278AE4D-1D9B-403D-98CE-CD0A01F10ABE}" dt="2026-06-26T14:31:13.472" v="946" actId="20577"/>
        <pc:sldMkLst>
          <pc:docMk/>
          <pc:sldMk cId="0" sldId="306"/>
        </pc:sldMkLst>
        <pc:spChg chg="mod">
          <ac:chgData name="용 최" userId="1589a7fea772e98f" providerId="LiveId" clId="{2278AE4D-1D9B-403D-98CE-CD0A01F10ABE}" dt="2026-06-26T14:31:13.472" v="946" actId="20577"/>
          <ac:spMkLst>
            <pc:docMk/>
            <pc:sldMk cId="0" sldId="306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33:07.055" v="1013" actId="6549"/>
        <pc:sldMkLst>
          <pc:docMk/>
          <pc:sldMk cId="0" sldId="308"/>
        </pc:sldMkLst>
        <pc:spChg chg="mod">
          <ac:chgData name="용 최" userId="1589a7fea772e98f" providerId="LiveId" clId="{2278AE4D-1D9B-403D-98CE-CD0A01F10ABE}" dt="2026-06-26T14:33:07.055" v="1013" actId="6549"/>
          <ac:spMkLst>
            <pc:docMk/>
            <pc:sldMk cId="0" sldId="308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33:38.695" v="1027" actId="20577"/>
        <pc:sldMkLst>
          <pc:docMk/>
          <pc:sldMk cId="0" sldId="309"/>
        </pc:sldMkLst>
        <pc:spChg chg="mod">
          <ac:chgData name="용 최" userId="1589a7fea772e98f" providerId="LiveId" clId="{2278AE4D-1D9B-403D-98CE-CD0A01F10ABE}" dt="2026-06-26T14:33:38.695" v="1027" actId="20577"/>
          <ac:spMkLst>
            <pc:docMk/>
            <pc:sldMk cId="0" sldId="309"/>
            <ac:spMk id="6" creationId="{00000000-0000-0000-0000-000000000000}"/>
          </ac:spMkLst>
        </pc:spChg>
      </pc:sldChg>
    </pc:docChg>
  </pc:docChgLst>
  <pc:docChgLst>
    <pc:chgData name="용 최" userId="1589a7fea772e98f" providerId="LiveId" clId="{F4A86167-AC27-4299-87BB-E282C3EAA034}"/>
    <pc:docChg chg="custSel modSld">
      <pc:chgData name="용 최" userId="1589a7fea772e98f" providerId="LiveId" clId="{F4A86167-AC27-4299-87BB-E282C3EAA034}" dt="2026-06-26T07:40:17.888" v="65" actId="478"/>
      <pc:docMkLst>
        <pc:docMk/>
      </pc:docMkLst>
      <pc:sldChg chg="modSp mod">
        <pc:chgData name="용 최" userId="1589a7fea772e98f" providerId="LiveId" clId="{F4A86167-AC27-4299-87BB-E282C3EAA034}" dt="2026-06-26T03:54:51.790" v="35" actId="1036"/>
        <pc:sldMkLst>
          <pc:docMk/>
          <pc:sldMk cId="0" sldId="260"/>
        </pc:sldMkLst>
        <pc:spChg chg="mod">
          <ac:chgData name="용 최" userId="1589a7fea772e98f" providerId="LiveId" clId="{F4A86167-AC27-4299-87BB-E282C3EAA034}" dt="2026-06-26T03:54:51.790" v="35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용 최" userId="1589a7fea772e98f" providerId="LiveId" clId="{F4A86167-AC27-4299-87BB-E282C3EAA034}" dt="2026-06-26T03:54:51.790" v="35" actId="1036"/>
          <ac:spMkLst>
            <pc:docMk/>
            <pc:sldMk cId="0" sldId="260"/>
            <ac:spMk id="12" creationId="{00000000-0000-0000-0000-000000000000}"/>
          </ac:spMkLst>
        </pc:spChg>
        <pc:picChg chg="mod">
          <ac:chgData name="용 최" userId="1589a7fea772e98f" providerId="LiveId" clId="{F4A86167-AC27-4299-87BB-E282C3EAA034}" dt="2026-06-26T03:54:51.790" v="35" actId="1036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용 최" userId="1589a7fea772e98f" providerId="LiveId" clId="{F4A86167-AC27-4299-87BB-E282C3EAA034}" dt="2026-06-26T07:40:01.660" v="63" actId="14100"/>
        <pc:sldMkLst>
          <pc:docMk/>
          <pc:sldMk cId="0" sldId="264"/>
        </pc:sldMkLst>
        <pc:spChg chg="mod">
          <ac:chgData name="용 최" userId="1589a7fea772e98f" providerId="LiveId" clId="{F4A86167-AC27-4299-87BB-E282C3EAA034}" dt="2026-06-26T07:40:01.660" v="63" actId="14100"/>
          <ac:spMkLst>
            <pc:docMk/>
            <pc:sldMk cId="0" sldId="264"/>
            <ac:spMk id="12" creationId="{00000000-0000-0000-0000-000000000000}"/>
          </ac:spMkLst>
        </pc:spChg>
      </pc:sldChg>
      <pc:sldChg chg="delSp mod">
        <pc:chgData name="용 최" userId="1589a7fea772e98f" providerId="LiveId" clId="{F4A86167-AC27-4299-87BB-E282C3EAA034}" dt="2026-06-26T07:40:17.888" v="65" actId="478"/>
        <pc:sldMkLst>
          <pc:docMk/>
          <pc:sldMk cId="0" sldId="289"/>
        </pc:sldMkLst>
        <pc:spChg chg="del">
          <ac:chgData name="용 최" userId="1589a7fea772e98f" providerId="LiveId" clId="{F4A86167-AC27-4299-87BB-E282C3EAA034}" dt="2026-06-26T07:40:17.888" v="65" actId="478"/>
          <ac:spMkLst>
            <pc:docMk/>
            <pc:sldMk cId="0" sldId="289"/>
            <ac:spMk id="2" creationId="{00000000-0000-0000-0000-000000000000}"/>
          </ac:spMkLst>
        </pc:spChg>
        <pc:spChg chg="del">
          <ac:chgData name="용 최" userId="1589a7fea772e98f" providerId="LiveId" clId="{F4A86167-AC27-4299-87BB-E282C3EAA034}" dt="2026-06-26T07:40:15.462" v="64" actId="478"/>
          <ac:spMkLst>
            <pc:docMk/>
            <pc:sldMk cId="0" sldId="289"/>
            <ac:spMk id="3" creationId="{00000000-0000-0000-0000-000000000000}"/>
          </ac:spMkLst>
        </pc:spChg>
      </pc:sldChg>
    </pc:docChg>
  </pc:docChgLst>
  <pc:docChgLst>
    <pc:chgData name="용 최" userId="1589a7fea772e98f" providerId="LiveId" clId="{465AE703-AA2D-495B-8FBD-D8E5CDCF7249}"/>
    <pc:docChg chg="custSel modSld">
      <pc:chgData name="용 최" userId="1589a7fea772e98f" providerId="LiveId" clId="{465AE703-AA2D-495B-8FBD-D8E5CDCF7249}" dt="2026-06-24T04:53:47.235" v="22" actId="20577"/>
      <pc:docMkLst>
        <pc:docMk/>
      </pc:docMkLst>
      <pc:sldChg chg="modSp mod">
        <pc:chgData name="용 최" userId="1589a7fea772e98f" providerId="LiveId" clId="{465AE703-AA2D-495B-8FBD-D8E5CDCF7249}" dt="2026-06-24T04:51:03.010" v="1" actId="20577"/>
        <pc:sldMkLst>
          <pc:docMk/>
          <pc:sldMk cId="0" sldId="259"/>
        </pc:sldMkLst>
        <pc:spChg chg="mod">
          <ac:chgData name="용 최" userId="1589a7fea772e98f" providerId="LiveId" clId="{465AE703-AA2D-495B-8FBD-D8E5CDCF7249}" dt="2026-06-24T04:51:03.010" v="1" actId="20577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08.208" v="3" actId="20577"/>
        <pc:sldMkLst>
          <pc:docMk/>
          <pc:sldMk cId="0" sldId="260"/>
        </pc:sldMkLst>
        <pc:spChg chg="mod">
          <ac:chgData name="용 최" userId="1589a7fea772e98f" providerId="LiveId" clId="{465AE703-AA2D-495B-8FBD-D8E5CDCF7249}" dt="2026-06-24T04:51:08.208" v="3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13.024" v="5" actId="20577"/>
        <pc:sldMkLst>
          <pc:docMk/>
          <pc:sldMk cId="0" sldId="261"/>
        </pc:sldMkLst>
        <pc:spChg chg="mod">
          <ac:chgData name="용 최" userId="1589a7fea772e98f" providerId="LiveId" clId="{465AE703-AA2D-495B-8FBD-D8E5CDCF7249}" dt="2026-06-24T04:51:13.024" v="5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17.604" v="7" actId="20577"/>
        <pc:sldMkLst>
          <pc:docMk/>
          <pc:sldMk cId="0" sldId="262"/>
        </pc:sldMkLst>
        <pc:spChg chg="mod">
          <ac:chgData name="용 최" userId="1589a7fea772e98f" providerId="LiveId" clId="{465AE703-AA2D-495B-8FBD-D8E5CDCF7249}" dt="2026-06-24T04:51:17.604" v="7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27.431" v="13" actId="313"/>
        <pc:sldMkLst>
          <pc:docMk/>
          <pc:sldMk cId="0" sldId="263"/>
        </pc:sldMkLst>
        <pc:spChg chg="mod">
          <ac:chgData name="용 최" userId="1589a7fea772e98f" providerId="LiveId" clId="{465AE703-AA2D-495B-8FBD-D8E5CDCF7249}" dt="2026-06-24T04:53:27.431" v="13" actId="313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32.849" v="15" actId="20577"/>
        <pc:sldMkLst>
          <pc:docMk/>
          <pc:sldMk cId="0" sldId="264"/>
        </pc:sldMkLst>
        <pc:spChg chg="mod">
          <ac:chgData name="용 최" userId="1589a7fea772e98f" providerId="LiveId" clId="{465AE703-AA2D-495B-8FBD-D8E5CDCF7249}" dt="2026-06-24T04:53:32.849" v="15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38.270" v="18" actId="313"/>
        <pc:sldMkLst>
          <pc:docMk/>
          <pc:sldMk cId="0" sldId="265"/>
        </pc:sldMkLst>
        <pc:spChg chg="mod">
          <ac:chgData name="용 최" userId="1589a7fea772e98f" providerId="LiveId" clId="{465AE703-AA2D-495B-8FBD-D8E5CDCF7249}" dt="2026-06-24T04:53:38.270" v="18" actId="313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42.257" v="20" actId="20577"/>
        <pc:sldMkLst>
          <pc:docMk/>
          <pc:sldMk cId="0" sldId="266"/>
        </pc:sldMkLst>
        <pc:spChg chg="mod">
          <ac:chgData name="용 최" userId="1589a7fea772e98f" providerId="LiveId" clId="{465AE703-AA2D-495B-8FBD-D8E5CDCF7249}" dt="2026-06-24T04:53:42.257" v="20" actId="20577"/>
          <ac:spMkLst>
            <pc:docMk/>
            <pc:sldMk cId="0" sldId="266"/>
            <ac:spMk id="12" creationId="{00000000-0000-0000-0000-000000000000}"/>
          </ac:spMkLst>
        </pc:spChg>
      </pc:sldChg>
      <pc:sldChg chg="setBg">
        <pc:chgData name="용 최" userId="1589a7fea772e98f" providerId="LiveId" clId="{465AE703-AA2D-495B-8FBD-D8E5CDCF7249}" dt="2026-06-24T04:52:02.031" v="9"/>
        <pc:sldMkLst>
          <pc:docMk/>
          <pc:sldMk cId="0" sldId="268"/>
        </pc:sldMkLst>
      </pc:sldChg>
      <pc:sldChg chg="modSp mod setBg">
        <pc:chgData name="용 최" userId="1589a7fea772e98f" providerId="LiveId" clId="{465AE703-AA2D-495B-8FBD-D8E5CDCF7249}" dt="2026-06-24T04:52:08.190" v="10"/>
        <pc:sldMkLst>
          <pc:docMk/>
          <pc:sldMk cId="0" sldId="269"/>
        </pc:sldMkLst>
        <pc:spChg chg="mod">
          <ac:chgData name="용 최" userId="1589a7fea772e98f" providerId="LiveId" clId="{465AE703-AA2D-495B-8FBD-D8E5CDCF7249}" dt="2026-06-24T04:51:53.946" v="8" actId="207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92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 워터마크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공들인 상세페이지를 남이 베끼지 못하도록 워터마크로 보호한다.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1815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워터마크가 필요한 이유 — 상세페이지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도용·카피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방지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워터마크 넣는 방법 — 티 안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나게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불투명도 낮추기</a:t>
            </a:r>
            <a:r>
              <a:rPr lang="en-US" alt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그러나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식별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가능하게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도용 발견 시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규정위반을 찾아서 신고</a:t>
            </a:r>
            <a:r>
              <a:rPr lang="en-US" alt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390144"/>
            <a:ext cx="670560" cy="67056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67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E8F0"/>
                </a:solidFill>
              </a:rPr>
              <a:t>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41120" y="463296"/>
            <a:ext cx="487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2194560"/>
            <a:ext cx="8534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포토스케이프X 활용 가이드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2682240"/>
            <a:ext cx="975360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워터마크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넣는 방법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09600" y="5242560"/>
            <a:ext cx="975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편집  ·  일괄 편집  ·  이어붙이기로 상세페이지 완성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600" y="67056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흐름 한눈에 보기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제작 → 워터마크 삽입 → 저장 → 이어붙이기.  이 흐름이 내 상세페이지를 완성합니다.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33600"/>
            <a:ext cx="2560320" cy="3901440"/>
          </a:xfrm>
          <a:prstGeom prst="roundRect">
            <a:avLst>
              <a:gd name="adj" fmla="val 4762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31520" y="2340864"/>
            <a:ext cx="609600" cy="6096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234086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33600" y="2292096"/>
            <a:ext cx="79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AE8F0"/>
                </a:solidFill>
              </a:rPr>
              <a:t>🖼️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0560" y="3145536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편집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02080" y="3755136"/>
            <a:ext cx="853440" cy="48768"/>
          </a:xfrm>
          <a:prstGeom prst="rect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70560" y="3901440"/>
            <a:ext cx="231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 넣을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1장 작업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33344" y="3474720"/>
            <a:ext cx="2682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9A2"/>
                </a:solidFill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13760" y="2133600"/>
            <a:ext cx="2560320" cy="3901440"/>
          </a:xfrm>
          <a:prstGeom prst="roundRect">
            <a:avLst>
              <a:gd name="adj" fmla="val 4762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596640" y="2340864"/>
            <a:ext cx="609600" cy="6096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596640" y="234086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98720" y="2292096"/>
            <a:ext cx="79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AE8F0"/>
                </a:solidFill>
              </a:rPr>
              <a:t>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35680" y="3145536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설정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67200" y="3755136"/>
            <a:ext cx="853440" cy="48768"/>
          </a:xfrm>
          <a:prstGeom prst="rect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535680" y="3901440"/>
            <a:ext cx="231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브랜드명 입력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폰트·크기·불투명도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98464" y="3474720"/>
            <a:ext cx="2682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9A2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880" y="2133600"/>
            <a:ext cx="2560320" cy="3901440"/>
          </a:xfrm>
          <a:prstGeom prst="roundRect">
            <a:avLst>
              <a:gd name="adj" fmla="val 4762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61760" y="2340864"/>
            <a:ext cx="609600" cy="6096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61760" y="234086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63840" y="2292096"/>
            <a:ext cx="79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AE8F0"/>
                </a:solidFill>
              </a:rPr>
              <a:t>📂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0" y="3145536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일괄 편집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32320" y="3755136"/>
            <a:ext cx="853440" cy="48768"/>
          </a:xfrm>
          <a:prstGeom prst="rect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00800" y="3901440"/>
            <a:ext cx="231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8~10장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번에 적용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3584" y="3474720"/>
            <a:ext cx="2682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9A2"/>
                </a:solidFill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144000" y="2133600"/>
            <a:ext cx="2560320" cy="3901440"/>
          </a:xfrm>
          <a:prstGeom prst="roundRect">
            <a:avLst>
              <a:gd name="adj" fmla="val 4762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326880" y="2340864"/>
            <a:ext cx="609600" cy="6096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326880" y="234086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728960" y="2292096"/>
            <a:ext cx="79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AE8F0"/>
                </a:solidFill>
              </a:rPr>
              <a:t>💾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265920" y="3145536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완료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997440" y="3755136"/>
            <a:ext cx="853440" cy="48768"/>
          </a:xfrm>
          <a:prstGeom prst="rect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9265920" y="3901440"/>
            <a:ext cx="231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워터마크_파일명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저장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포토스케이프X → [사진 편집] 탭 클릭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1645920"/>
            <a:ext cx="6705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포토스케이프X를 실행한 뒤, 상단 메뉴에서 [ 사진 편집 ] 탭을 클릭합니다.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2377440"/>
            <a:ext cx="6705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워터마크를 넣을 사진을 불러오는 작업도 이 탭에서 시작합니다.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600" y="3291840"/>
            <a:ext cx="6461760" cy="633984"/>
          </a:xfrm>
          <a:prstGeom prst="roundRect">
            <a:avLst>
              <a:gd name="adj" fmla="val 15385"/>
            </a:avLst>
          </a:prstGeom>
          <a:solidFill>
            <a:srgbClr val="1E2130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9056" y="3352800"/>
            <a:ext cx="609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사진 1장씩 개별 작업할 때 사용합니다.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" y="4292600"/>
            <a:ext cx="10972800" cy="205740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2106" y="4547400"/>
            <a:ext cx="10536453" cy="148727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9600" y="6059277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상단 메뉴에서 [사진 편집] 선택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우측 메뉴 [삽입] → [텍스트] 클릭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1645920"/>
            <a:ext cx="6461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불러온 후 오른쪽 메뉴에서 [ 삽입 ] 을 클릭합니다.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2292096"/>
            <a:ext cx="6461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메뉴가 펼쳐지면 [ + ] 버튼을 누르고 [ 텍스트 ] 를 선택합니다.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600" y="3145536"/>
            <a:ext cx="6461760" cy="633984"/>
          </a:xfrm>
          <a:prstGeom prst="roundRect">
            <a:avLst>
              <a:gd name="adj" fmla="val 15385"/>
            </a:avLst>
          </a:prstGeom>
          <a:solidFill>
            <a:srgbClr val="1E2130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9056" y="3206496"/>
            <a:ext cx="609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삽입 클릭 후 + 버튼이 보여야 텍스트 메뉴가 나타납니다.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097280"/>
            <a:ext cx="4511040" cy="1560576"/>
          </a:xfrm>
          <a:prstGeom prst="roundRect">
            <a:avLst>
              <a:gd name="adj" fmla="val 6250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61504" y="1243584"/>
            <a:ext cx="4218432" cy="926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0" y="2218944"/>
            <a:ext cx="4511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삽입 메뉴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0" y="2621280"/>
            <a:ext cx="4511040" cy="1926336"/>
          </a:xfrm>
          <a:prstGeom prst="roundRect">
            <a:avLst>
              <a:gd name="adj" fmla="val 5063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61504" y="2767584"/>
            <a:ext cx="4218432" cy="12923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4108704"/>
            <a:ext cx="4511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텍스트 선택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 문구 입력 &amp; 색상 지정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1645920"/>
            <a:ext cx="6461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입력창에 브랜드명 또는 상호명을 입력합니다.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2292096"/>
            <a:ext cx="6461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 색상 팔레트에서 원하는 색상을 선택합니다.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(예시: 파란색 → 용감한용팀장)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600" y="3291840"/>
            <a:ext cx="6461760" cy="633984"/>
          </a:xfrm>
          <a:prstGeom prst="roundRect">
            <a:avLst>
              <a:gd name="adj" fmla="val 15385"/>
            </a:avLst>
          </a:prstGeom>
          <a:solidFill>
            <a:srgbClr val="1E2130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9056" y="3352800"/>
            <a:ext cx="609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</a:t>
            </a:r>
            <a:r>
              <a:rPr lang="ko-KR" alt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 선호에 따라 </a:t>
            </a:r>
            <a:r>
              <a:rPr lang="en-US" sz="1200" dirty="0" err="1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컬러를</a:t>
            </a: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후 </a:t>
            </a:r>
            <a:r>
              <a:rPr lang="en-US" sz="1200" dirty="0" err="1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통일감</a:t>
            </a: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있는</a:t>
            </a: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색을 사용하면 </a:t>
            </a:r>
            <a:r>
              <a:rPr lang="ko-KR" altLang="en-US" sz="1200" dirty="0" err="1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편합</a:t>
            </a:r>
            <a:r>
              <a:rPr lang="en-US" sz="1200" dirty="0" err="1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니다</a:t>
            </a: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93280" y="914400"/>
            <a:ext cx="4632960" cy="5705856"/>
          </a:xfrm>
          <a:prstGeom prst="roundRect">
            <a:avLst>
              <a:gd name="adj" fmla="val 2105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39584" y="1060704"/>
            <a:ext cx="4340352" cy="50718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93280" y="6181344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텍스트 입력 &amp; 색상 선택 화면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폰트 · 크기 · 불투명도 설정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84960"/>
            <a:ext cx="2072640" cy="1889760"/>
          </a:xfrm>
          <a:prstGeom prst="roundRect">
            <a:avLst>
              <a:gd name="adj" fmla="val 5161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682496"/>
            <a:ext cx="2072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폰트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48256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9600" y="2657856"/>
            <a:ext cx="1950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굵고 선명해서 워터마크에 최적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04160" y="1584960"/>
            <a:ext cx="2072640" cy="1889760"/>
          </a:xfrm>
          <a:prstGeom prst="roundRect">
            <a:avLst>
              <a:gd name="adj" fmla="val 5161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804160" y="1682496"/>
            <a:ext cx="2072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04160" y="2048256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65120" y="2657856"/>
            <a:ext cx="1950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크기에 따라 조절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59680" y="1584960"/>
            <a:ext cx="2072640" cy="1889760"/>
          </a:xfrm>
          <a:prstGeom prst="roundRect">
            <a:avLst>
              <a:gd name="adj" fmla="val 5161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059680" y="1682496"/>
            <a:ext cx="2072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불투명도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59680" y="2048256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20~30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0640" y="2657856"/>
            <a:ext cx="1950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은은하게 보이는 최적 수치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9600" y="3718560"/>
            <a:ext cx="6339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후 빨간 박스 핸들을 드래그해 텍스트를 대각선 방향으로 기울입니다.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9600" y="4535424"/>
            <a:ext cx="6339840" cy="548640"/>
          </a:xfrm>
          <a:prstGeom prst="roundRect">
            <a:avLst>
              <a:gd name="adj" fmla="val 17778"/>
            </a:avLst>
          </a:prstGeom>
          <a:solidFill>
            <a:srgbClr val="1E2130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9056" y="4596384"/>
            <a:ext cx="59740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Impact 외 추천 폰트: Arial Bold, 맑은 고딕 Bold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93280" y="914400"/>
            <a:ext cx="4632960" cy="5705856"/>
          </a:xfrm>
          <a:prstGeom prst="roundRect">
            <a:avLst>
              <a:gd name="adj" fmla="val 2105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39584" y="1060704"/>
            <a:ext cx="4340352" cy="507187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193280" y="6181344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폰트 · 크기 · 불투명도 설정 화면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대각선으로 기울이기 → 결과 확인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1645920"/>
            <a:ext cx="4876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위에 나타나는 빨간 박스 핸들을 잡고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대각선 방향으로 드래그하면 아래와 같이 기울어집니다.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600" y="2865120"/>
            <a:ext cx="4876800" cy="792480"/>
          </a:xfrm>
          <a:prstGeom prst="roundRect">
            <a:avLst>
              <a:gd name="adj" fmla="val 12308"/>
            </a:avLst>
          </a:prstGeom>
          <a:solidFill>
            <a:srgbClr val="1E2130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9056" y="2926080"/>
            <a:ext cx="4511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불투명도 30으로 설정하면 상품 이미지를 가리지 않으면서도 워터마크가 잘 보입니다.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164656"/>
            <a:ext cx="5730240" cy="5638479"/>
          </a:xfrm>
          <a:prstGeom prst="roundRect">
            <a:avLst>
              <a:gd name="adj" fmla="val 1633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000" y="1354148"/>
            <a:ext cx="5242560" cy="496130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52160" y="6364224"/>
            <a:ext cx="59740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워터마크 적용 결과물 (빨간 박스 = 핸들)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[일괄 편집] 탭으로 여러 장 한 번에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09600" y="1609344"/>
            <a:ext cx="6339840" cy="633984"/>
          </a:xfrm>
          <a:prstGeom prst="roundRect">
            <a:avLst>
              <a:gd name="adj" fmla="val 13462"/>
            </a:avLst>
          </a:prstGeom>
          <a:solidFill>
            <a:srgbClr val="1E2130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60960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설정 한 번으로 8~10장 전체에 동일한 워터마크 자동 적용!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438400"/>
            <a:ext cx="633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상단 메뉴에서 [ 일괄 편집 ] 탭을 클릭합니다.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3048000"/>
            <a:ext cx="6339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8~10장을 한 번에 불러온 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[삽입] → [+] → [텍스트] 를 클릭합니다.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962400"/>
            <a:ext cx="6339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03~04 와 동일하게 텍스트를 설정하면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불러온 모든 이미지에 워터마크가 한 번에 적용됩니다.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93280" y="914400"/>
            <a:ext cx="4632960" cy="1194816"/>
          </a:xfrm>
          <a:prstGeom prst="roundRect">
            <a:avLst>
              <a:gd name="adj" fmla="val 8163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39584" y="1060704"/>
            <a:ext cx="4340352" cy="5608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93280" y="1670304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상단 [일괄 편집] 탭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193280" y="2072640"/>
            <a:ext cx="4632960" cy="4730496"/>
          </a:xfrm>
          <a:prstGeom prst="roundRect">
            <a:avLst>
              <a:gd name="adj" fmla="val 2105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39584" y="2218944"/>
            <a:ext cx="4340352" cy="40965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93280" y="6364224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삽입 → + → 텍스트 메뉴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버튼 클릭 → 파일명 설정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1645920"/>
            <a:ext cx="633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우측 하단 [ 저장 ] 버튼을 클릭합니다.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600" y="2377440"/>
            <a:ext cx="6339840" cy="585216"/>
          </a:xfrm>
          <a:prstGeom prst="roundRect">
            <a:avLst>
              <a:gd name="adj" fmla="val 10417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92480" y="2474976"/>
            <a:ext cx="2194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 저장 품질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48000" y="2474976"/>
            <a:ext cx="37795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이상 권장 (낮으면 이미지 손상)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" y="3060192"/>
            <a:ext cx="6339840" cy="585216"/>
          </a:xfrm>
          <a:prstGeom prst="roundRect">
            <a:avLst>
              <a:gd name="adj" fmla="val 10417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92480" y="3157728"/>
            <a:ext cx="2194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이름 지정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8000" y="3157728"/>
            <a:ext cx="37795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접두어(이름 앞에 붙임) 선택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" y="3742944"/>
            <a:ext cx="6339840" cy="585216"/>
          </a:xfrm>
          <a:prstGeom prst="roundRect">
            <a:avLst>
              <a:gd name="adj" fmla="val 10417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92480" y="3840480"/>
            <a:ext cx="2194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접두어 입력값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48000" y="3840480"/>
            <a:ext cx="37795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600" y="4425696"/>
            <a:ext cx="6339840" cy="585216"/>
          </a:xfrm>
          <a:prstGeom prst="roundRect">
            <a:avLst>
              <a:gd name="adj" fmla="val 10417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92480" y="4523232"/>
            <a:ext cx="2194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파일명 예시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48000" y="4523232"/>
            <a:ext cx="37795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example.jpg  →  워터마크_example.jpg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600" y="5181600"/>
            <a:ext cx="6339840" cy="548640"/>
          </a:xfrm>
          <a:prstGeom prst="roundRect">
            <a:avLst>
              <a:gd name="adj" fmla="val 17778"/>
            </a:avLst>
          </a:prstGeom>
          <a:solidFill>
            <a:srgbClr val="1E2130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9056" y="5242560"/>
            <a:ext cx="59740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원본 파일은 그대로 두고 워터마크 파일이 별도 생성됩니다.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93280" y="914400"/>
            <a:ext cx="4632960" cy="1255776"/>
          </a:xfrm>
          <a:prstGeom prst="roundRect">
            <a:avLst>
              <a:gd name="adj" fmla="val 7767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39584" y="1060704"/>
            <a:ext cx="4340352" cy="62179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193280" y="1731264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저장 버튼 위치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193280" y="2097024"/>
            <a:ext cx="4632960" cy="4669536"/>
          </a:xfrm>
          <a:prstGeom prst="roundRect">
            <a:avLst>
              <a:gd name="adj" fmla="val 2105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39584" y="2243328"/>
            <a:ext cx="4340352" cy="403555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193280" y="6327648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저장 설정 화면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[이어붙이기] → 상세페이지 최종 완성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164592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워터마크가 적용된 파일들을 포토스케이프X [이어붙이기] 메뉴에서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세로로 한 장으로 합치면 상세페이지가 완성됩니다.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7680" y="2804160"/>
            <a:ext cx="2011680" cy="877824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87680" y="2840736"/>
            <a:ext cx="2011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제작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1552" y="2950464"/>
            <a:ext cx="2682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9A2"/>
                </a:solidFill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04160" y="2804160"/>
            <a:ext cx="2011680" cy="877824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804160" y="2840736"/>
            <a:ext cx="2011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 삽입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2950464"/>
            <a:ext cx="2682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9A2"/>
                </a:solidFill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20640" y="2804160"/>
            <a:ext cx="2011680" cy="877824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120640" y="2840736"/>
            <a:ext cx="2011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44512" y="2950464"/>
            <a:ext cx="2682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9A2"/>
                </a:solidFill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37120" y="2804160"/>
            <a:ext cx="2011680" cy="877824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437120" y="2840736"/>
            <a:ext cx="2011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이어붙이기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60992" y="2950464"/>
            <a:ext cx="2682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9A2"/>
                </a:solidFill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753600" y="2804160"/>
            <a:ext cx="2011680" cy="877824"/>
          </a:xfrm>
          <a:prstGeom prst="roundRect">
            <a:avLst>
              <a:gd name="adj" fmla="val 11111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753600" y="2840736"/>
            <a:ext cx="2011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상세페이지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완성! 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9600" y="3962400"/>
            <a:ext cx="11094720" cy="2255520"/>
          </a:xfrm>
          <a:prstGeom prst="roundRect">
            <a:avLst>
              <a:gd name="adj" fmla="val 5405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53440" y="4084320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이어붙이기 방법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3440" y="457200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포토스케이프X 상단 메뉴 → [ 이어붙이기 ] 클릭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3440" y="5035296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워터마크 적용된 이미지 파일들을 불러오기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3440" y="5498592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세로로 이어붙여 한 장으로 합치기 → 저장 → 완성!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600" y="670560"/>
            <a:ext cx="109728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06880"/>
            <a:ext cx="5547360" cy="97536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94944" y="1877568"/>
            <a:ext cx="1280160" cy="341376"/>
          </a:xfrm>
          <a:prstGeom prst="roundRect">
            <a:avLst>
              <a:gd name="adj" fmla="val 17857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94944" y="1877568"/>
            <a:ext cx="1280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9216" y="1804416"/>
            <a:ext cx="384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편집 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9216" y="2218944"/>
            <a:ext cx="384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 넣을 사진 불러오기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28544"/>
            <a:ext cx="5547360" cy="97536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94944" y="2999232"/>
            <a:ext cx="1280160" cy="341376"/>
          </a:xfrm>
          <a:prstGeom prst="roundRect">
            <a:avLst>
              <a:gd name="adj" fmla="val 17857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94944" y="2999232"/>
            <a:ext cx="1280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9216" y="2926080"/>
            <a:ext cx="384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삽입 → 텍스트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9216" y="3340608"/>
            <a:ext cx="384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삽입 클릭 → + → 텍스트 선택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50208"/>
            <a:ext cx="5547360" cy="97536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94944" y="4120896"/>
            <a:ext cx="1280160" cy="341376"/>
          </a:xfrm>
          <a:prstGeom prst="roundRect">
            <a:avLst>
              <a:gd name="adj" fmla="val 17857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94944" y="4120896"/>
            <a:ext cx="1280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9216" y="4047744"/>
            <a:ext cx="384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문구 · 색상 입력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9216" y="4462272"/>
            <a:ext cx="384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브랜드명 입력 / 색상 지정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71872"/>
            <a:ext cx="5547360" cy="97536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94944" y="5242560"/>
            <a:ext cx="1280160" cy="341376"/>
          </a:xfrm>
          <a:prstGeom prst="roundRect">
            <a:avLst>
              <a:gd name="adj" fmla="val 17857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4944" y="5242560"/>
            <a:ext cx="1280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9216" y="5169408"/>
            <a:ext cx="384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폰트 · 크기 · 불투명도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09216" y="5583936"/>
            <a:ext cx="384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/ 100 / 30 / 대각선 기울이기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22720" y="1706880"/>
            <a:ext cx="5547360" cy="97536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669024" y="1877568"/>
            <a:ext cx="1280160" cy="341376"/>
          </a:xfrm>
          <a:prstGeom prst="roundRect">
            <a:avLst>
              <a:gd name="adj" fmla="val 17857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669024" y="1877568"/>
            <a:ext cx="1280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83296" y="1804416"/>
            <a:ext cx="384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일괄 편집 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83296" y="2218944"/>
            <a:ext cx="384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8~10장 한 번에 동일 워터마크 적용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22720" y="2828544"/>
            <a:ext cx="5547360" cy="97536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669024" y="2999232"/>
            <a:ext cx="1280160" cy="341376"/>
          </a:xfrm>
          <a:prstGeom prst="roundRect">
            <a:avLst>
              <a:gd name="adj" fmla="val 17857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669024" y="2999232"/>
            <a:ext cx="1280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83296" y="2926080"/>
            <a:ext cx="384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83296" y="3340608"/>
            <a:ext cx="384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접두어: 워터마크_ / JPEG 95 / 확인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22720" y="3950208"/>
            <a:ext cx="5547360" cy="97536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6669024" y="4120896"/>
            <a:ext cx="1280160" cy="341376"/>
          </a:xfrm>
          <a:prstGeom prst="roundRect">
            <a:avLst>
              <a:gd name="adj" fmla="val 17857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669024" y="4120896"/>
            <a:ext cx="1280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83296" y="4047744"/>
            <a:ext cx="384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이어붙이기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83296" y="4462272"/>
            <a:ext cx="384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세로로 합쳐 상세페이지 완성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9600" y="6437376"/>
            <a:ext cx="10972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 ·  braveyong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CB4405C-350D-4845-B905-C47189C122D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2792549-02a5-401e-9003-4d89c971453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3123</Words>
  <Application>Microsoft Office PowerPoint</Application>
  <PresentationFormat>와이드스크린</PresentationFormat>
  <Paragraphs>623</Paragraphs>
  <Slides>50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맑은 고딕</vt:lpstr>
      <vt:lpstr>맞은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1</cp:revision>
  <dcterms:created xsi:type="dcterms:W3CDTF">2026-06-24T04:42:06Z</dcterms:created>
  <dcterms:modified xsi:type="dcterms:W3CDTF">2026-06-26T14:33:42Z</dcterms:modified>
</cp:coreProperties>
</file>