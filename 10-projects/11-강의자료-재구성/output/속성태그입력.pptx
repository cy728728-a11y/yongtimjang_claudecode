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AB880-86D9-4215-A1AE-06DC2BC783A5}" v="1" dt="2026-07-03T15:39:59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8DF79C0F-0B75-4C12-8AA2-E2DCB94864A2}"/>
    <pc:docChg chg="modSld">
      <pc:chgData name="용 최" userId="1589a7fea772e98f" providerId="LiveId" clId="{8DF79C0F-0B75-4C12-8AA2-E2DCB94864A2}" dt="2026-07-03T15:40:16.703" v="61" actId="20577"/>
      <pc:docMkLst>
        <pc:docMk/>
      </pc:docMkLst>
      <pc:sldChg chg="modSp mod">
        <pc:chgData name="용 최" userId="1589a7fea772e98f" providerId="LiveId" clId="{8DF79C0F-0B75-4C12-8AA2-E2DCB94864A2}" dt="2026-07-03T15:38:50.434" v="26" actId="1038"/>
        <pc:sldMkLst>
          <pc:docMk/>
          <pc:sldMk cId="0" sldId="284"/>
        </pc:sldMkLst>
        <pc:picChg chg="mod">
          <ac:chgData name="용 최" userId="1589a7fea772e98f" providerId="LiveId" clId="{8DF79C0F-0B75-4C12-8AA2-E2DCB94864A2}" dt="2026-07-03T15:38:50.434" v="26" actId="1038"/>
          <ac:picMkLst>
            <pc:docMk/>
            <pc:sldMk cId="0" sldId="284"/>
            <ac:picMk id="6" creationId="{00000000-0000-0000-0000-000000000000}"/>
          </ac:picMkLst>
        </pc:picChg>
      </pc:sldChg>
      <pc:sldChg chg="modSp mod">
        <pc:chgData name="용 최" userId="1589a7fea772e98f" providerId="LiveId" clId="{8DF79C0F-0B75-4C12-8AA2-E2DCB94864A2}" dt="2026-07-03T15:40:16.703" v="61" actId="20577"/>
        <pc:sldMkLst>
          <pc:docMk/>
          <pc:sldMk cId="0" sldId="303"/>
        </pc:sldMkLst>
        <pc:spChg chg="mod">
          <ac:chgData name="용 최" userId="1589a7fea772e98f" providerId="LiveId" clId="{8DF79C0F-0B75-4C12-8AA2-E2DCB94864A2}" dt="2026-07-03T15:39:45.235" v="27" actId="1076"/>
          <ac:spMkLst>
            <pc:docMk/>
            <pc:sldMk cId="0" sldId="303"/>
            <ac:spMk id="5" creationId="{00000000-0000-0000-0000-000000000000}"/>
          </ac:spMkLst>
        </pc:spChg>
        <pc:spChg chg="mod">
          <ac:chgData name="용 최" userId="1589a7fea772e98f" providerId="LiveId" clId="{8DF79C0F-0B75-4C12-8AA2-E2DCB94864A2}" dt="2026-07-03T15:39:59.620" v="52"/>
          <ac:spMkLst>
            <pc:docMk/>
            <pc:sldMk cId="0" sldId="303"/>
            <ac:spMk id="9" creationId="{00000000-0000-0000-0000-000000000000}"/>
          </ac:spMkLst>
        </pc:spChg>
        <pc:spChg chg="mod">
          <ac:chgData name="용 최" userId="1589a7fea772e98f" providerId="LiveId" clId="{8DF79C0F-0B75-4C12-8AA2-E2DCB94864A2}" dt="2026-07-03T15:40:16.703" v="61" actId="20577"/>
          <ac:spMkLst>
            <pc:docMk/>
            <pc:sldMk cId="0" sldId="303"/>
            <ac:spMk id="2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79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속성·태그 입력 방법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가격비교에서 확인한 속성을 전부 입력하고, 마누태그로 추가 유입 키워드를 확보한다.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1365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속성: 네이버 가격비교에서 메인키워드 검색 → 노출되는 속성 확인 → 전부 입력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브랜드·제조사 일괄 변경은 기본 (검색품질 체크 통과)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마누태그: 불사자 상품명/태그 탭 → 메인키워드 입력 후 [분석] 클릭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키워드 중 상품명과 겹치지 않는 것 10개 선택 → [+스마트스토어 태그]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용팀장 방식: 스피드업로드 후 태그는 별도로 잡아주기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마누태그 입력 — 불사자 실전 화면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731520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96012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65008" y="1280160"/>
            <a:ext cx="438912" cy="43891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06500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13648" y="10332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상품명/태그 탭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13648" y="143560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불사자 상단 탭에서 선택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9560" y="228600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065008" y="2606040"/>
            <a:ext cx="438912" cy="43891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065008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13648" y="23591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메인키워드 입력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13648" y="27614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[조명 화염] 등 메인 키워드 입력 후 [분석] 클릭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09560" y="361188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065008" y="3931920"/>
            <a:ext cx="438912" cy="43891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065008" y="3931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13648" y="36850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마누태그 선택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13648" y="40873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키워드 중 [마누태그] 출처 확인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상품명과 겹치지 않는 것 10개 체크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09560" y="493776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065008" y="5257800"/>
            <a:ext cx="438912" cy="43891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065008" y="5257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13648" y="50109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+스마트스토어 태그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13648" y="541324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클릭 → 우측에 자동 입력됨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2951</Words>
  <Application>Microsoft Office PowerPoint</Application>
  <PresentationFormat>와이드스크린</PresentationFormat>
  <Paragraphs>474</Paragraphs>
  <Slides>50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용감한 용팀장 실전반 1기 4주차</dc:title>
  <dc:subject>PptxGenJS Presentation</dc:subject>
  <dc:creator>PptxGenJS</dc:creator>
  <cp:lastModifiedBy>용 최</cp:lastModifiedBy>
  <cp:revision>1</cp:revision>
  <dcterms:created xsi:type="dcterms:W3CDTF">2026-07-03T14:40:00Z</dcterms:created>
  <dcterms:modified xsi:type="dcterms:W3CDTF">2026-07-03T15:40:21Z</dcterms:modified>
</cp:coreProperties>
</file>