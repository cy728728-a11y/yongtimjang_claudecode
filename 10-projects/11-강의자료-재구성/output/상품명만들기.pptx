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media/image16.svg" ContentType="image/svg+xml"/>
  <Override PartName="/ppt/notesMasters/notesMaster1.xml" ContentType="application/vnd.openxmlformats-officedocument.presentationml.notesMaster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67" r:id="rId18"/>
    <p:sldId id="281" r:id="rId19"/>
    <p:sldId id="282" r:id="rId20"/>
    <p:sldId id="283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0A9A2"/>
    <a:srgbClr val="1416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79F4A5-90E7-4A7D-BC91-626C0EF59D65}" v="2" dt="2026-06-12T12:25:48.8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73455" autoAdjust="0"/>
  </p:normalViewPr>
  <p:slideViewPr>
    <p:cSldViewPr snapToGrid="0" snapToObjects="1">
      <p:cViewPr varScale="1">
        <p:scale>
          <a:sx n="81" d="100"/>
          <a:sy n="81" d="100"/>
        </p:scale>
        <p:origin x="171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8" Type="http://schemas.openxmlformats.org/officeDocument/2006/relationships/slide" Target="slides/slide1.xml"/><Relationship Id="rId19" Type="http://schemas.openxmlformats.org/officeDocument/2006/relationships/slide" Target="slides/slide2.xml"/><Relationship Id="rId20" Type="http://schemas.openxmlformats.org/officeDocument/2006/relationships/slide" Target="slides/slide3.xml"/><Relationship Id="rId21" Type="http://schemas.openxmlformats.org/officeDocument/2006/relationships/slide" Target="slides/slide4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Relationship Id="rId35" Type="http://schemas.microsoft.com/office/2016/11/relationships/changesInfo" Target="changesInfos/changesInfo1.xml"/><Relationship Id="rId36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용 최" userId="1589a7fea772e98f" providerId="LiveId" clId="{2278AE4D-1D9B-403D-98CE-CD0A01F10ABE}"/>
    <pc:docChg chg="delSld modSld">
      <pc:chgData name="용 최" userId="1589a7fea772e98f" providerId="LiveId" clId="{2278AE4D-1D9B-403D-98CE-CD0A01F10ABE}" dt="2026-06-12T15:17:21.823" v="30" actId="20577"/>
      <pc:docMkLst>
        <pc:docMk/>
      </pc:docMkLst>
      <pc:sldChg chg="modSp mod">
        <pc:chgData name="용 최" userId="1589a7fea772e98f" providerId="LiveId" clId="{2278AE4D-1D9B-403D-98CE-CD0A01F10ABE}" dt="2026-06-12T15:17:21.823" v="30" actId="20577"/>
        <pc:sldMkLst>
          <pc:docMk/>
          <pc:sldMk cId="0" sldId="267"/>
        </pc:sldMkLst>
        <pc:spChg chg="mod">
          <ac:chgData name="용 최" userId="1589a7fea772e98f" providerId="LiveId" clId="{2278AE4D-1D9B-403D-98CE-CD0A01F10ABE}" dt="2026-06-12T15:17:21.823" v="30" actId="20577"/>
          <ac:spMkLst>
            <pc:docMk/>
            <pc:sldMk cId="0" sldId="267"/>
            <ac:spMk id="23" creationId="{00000000-0000-0000-0000-000000000000}"/>
          </ac:spMkLst>
        </pc:spChg>
      </pc:sldChg>
      <pc:sldChg chg="del">
        <pc:chgData name="용 최" userId="1589a7fea772e98f" providerId="LiveId" clId="{2278AE4D-1D9B-403D-98CE-CD0A01F10ABE}" dt="2026-06-12T15:14:52.717" v="0" actId="47"/>
        <pc:sldMkLst>
          <pc:docMk/>
          <pc:sldMk cId="0" sldId="294"/>
        </pc:sldMkLst>
      </pc:sldChg>
    </pc:docChg>
  </pc:docChgLst>
  <pc:docChgLst>
    <pc:chgData name="용 최" userId="1589a7fea772e98f" providerId="LiveId" clId="{465AE703-AA2D-495B-8FBD-D8E5CDCF7249}"/>
    <pc:docChg chg="delSld modSld">
      <pc:chgData name="용 최" userId="1589a7fea772e98f" providerId="LiveId" clId="{465AE703-AA2D-495B-8FBD-D8E5CDCF7249}" dt="2026-06-12T12:26:00.571" v="182" actId="6549"/>
      <pc:docMkLst>
        <pc:docMk/>
      </pc:docMkLst>
      <pc:sldChg chg="del">
        <pc:chgData name="용 최" userId="1589a7fea772e98f" providerId="LiveId" clId="{465AE703-AA2D-495B-8FBD-D8E5CDCF7249}" dt="2026-06-12T12:24:50.160" v="1" actId="47"/>
        <pc:sldMkLst>
          <pc:docMk/>
          <pc:sldMk cId="0" sldId="270"/>
        </pc:sldMkLst>
      </pc:sldChg>
      <pc:sldChg chg="del">
        <pc:chgData name="용 최" userId="1589a7fea772e98f" providerId="LiveId" clId="{465AE703-AA2D-495B-8FBD-D8E5CDCF7249}" dt="2026-06-12T12:24:48.164" v="0" actId="47"/>
        <pc:sldMkLst>
          <pc:docMk/>
          <pc:sldMk cId="0" sldId="271"/>
        </pc:sldMkLst>
      </pc:sldChg>
      <pc:sldChg chg="del">
        <pc:chgData name="용 최" userId="1589a7fea772e98f" providerId="LiveId" clId="{465AE703-AA2D-495B-8FBD-D8E5CDCF7249}" dt="2026-06-12T12:24:48.164" v="0" actId="47"/>
        <pc:sldMkLst>
          <pc:docMk/>
          <pc:sldMk cId="0" sldId="272"/>
        </pc:sldMkLst>
      </pc:sldChg>
      <pc:sldChg chg="del">
        <pc:chgData name="용 최" userId="1589a7fea772e98f" providerId="LiveId" clId="{465AE703-AA2D-495B-8FBD-D8E5CDCF7249}" dt="2026-06-12T12:24:48.164" v="0" actId="47"/>
        <pc:sldMkLst>
          <pc:docMk/>
          <pc:sldMk cId="0" sldId="273"/>
        </pc:sldMkLst>
      </pc:sldChg>
      <pc:sldChg chg="del">
        <pc:chgData name="용 최" userId="1589a7fea772e98f" providerId="LiveId" clId="{465AE703-AA2D-495B-8FBD-D8E5CDCF7249}" dt="2026-06-12T12:24:48.164" v="0" actId="47"/>
        <pc:sldMkLst>
          <pc:docMk/>
          <pc:sldMk cId="0" sldId="274"/>
        </pc:sldMkLst>
      </pc:sldChg>
      <pc:sldChg chg="del">
        <pc:chgData name="용 최" userId="1589a7fea772e98f" providerId="LiveId" clId="{465AE703-AA2D-495B-8FBD-D8E5CDCF7249}" dt="2026-06-12T12:24:48.164" v="0" actId="47"/>
        <pc:sldMkLst>
          <pc:docMk/>
          <pc:sldMk cId="0" sldId="275"/>
        </pc:sldMkLst>
      </pc:sldChg>
      <pc:sldChg chg="del">
        <pc:chgData name="용 최" userId="1589a7fea772e98f" providerId="LiveId" clId="{465AE703-AA2D-495B-8FBD-D8E5CDCF7249}" dt="2026-06-12T12:24:48.164" v="0" actId="47"/>
        <pc:sldMkLst>
          <pc:docMk/>
          <pc:sldMk cId="0" sldId="276"/>
        </pc:sldMkLst>
      </pc:sldChg>
      <pc:sldChg chg="del">
        <pc:chgData name="용 최" userId="1589a7fea772e98f" providerId="LiveId" clId="{465AE703-AA2D-495B-8FBD-D8E5CDCF7249}" dt="2026-06-12T12:24:48.164" v="0" actId="47"/>
        <pc:sldMkLst>
          <pc:docMk/>
          <pc:sldMk cId="0" sldId="277"/>
        </pc:sldMkLst>
      </pc:sldChg>
      <pc:sldChg chg="del">
        <pc:chgData name="용 최" userId="1589a7fea772e98f" providerId="LiveId" clId="{465AE703-AA2D-495B-8FBD-D8E5CDCF7249}" dt="2026-06-12T12:24:48.164" v="0" actId="47"/>
        <pc:sldMkLst>
          <pc:docMk/>
          <pc:sldMk cId="0" sldId="278"/>
        </pc:sldMkLst>
      </pc:sldChg>
      <pc:sldChg chg="modNotesTx">
        <pc:chgData name="용 최" userId="1589a7fea772e98f" providerId="LiveId" clId="{465AE703-AA2D-495B-8FBD-D8E5CDCF7249}" dt="2026-06-12T12:26:00.571" v="182" actId="6549"/>
        <pc:sldMkLst>
          <pc:docMk/>
          <pc:sldMk cId="3993701726" sldId="284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97318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내가 찾은 키워드는 </a:t>
            </a:r>
            <a:r>
              <a:rPr lang="en-US" altLang="ko-KR" dirty="0"/>
              <a:t>‘</a:t>
            </a:r>
            <a:r>
              <a:rPr lang="ko-KR" altLang="en-US" dirty="0"/>
              <a:t>화장대 겸 컴퓨터 책상</a:t>
            </a:r>
            <a:r>
              <a:rPr lang="en-US" altLang="ko-KR" dirty="0"/>
              <a:t>’ </a:t>
            </a:r>
            <a:r>
              <a:rPr lang="ko-KR" altLang="en-US" dirty="0"/>
              <a:t>이지만</a:t>
            </a:r>
            <a:r>
              <a:rPr lang="en-US" altLang="ko-KR" dirty="0"/>
              <a:t>,</a:t>
            </a:r>
          </a:p>
          <a:p>
            <a:r>
              <a:rPr lang="ko-KR" altLang="en-US" dirty="0"/>
              <a:t>그 키워드로 검색했을 때에는 </a:t>
            </a:r>
            <a:r>
              <a:rPr lang="en-US" altLang="ko-KR" dirty="0"/>
              <a:t>‘</a:t>
            </a:r>
            <a:r>
              <a:rPr lang="ko-KR" altLang="en-US" dirty="0"/>
              <a:t>일반화장대</a:t>
            </a:r>
            <a:r>
              <a:rPr lang="en-US" altLang="ko-KR" dirty="0"/>
              <a:t>’ </a:t>
            </a:r>
            <a:r>
              <a:rPr lang="ko-KR" altLang="en-US" dirty="0"/>
              <a:t>카테고리가 노출되고 있음</a:t>
            </a:r>
            <a:endParaRPr lang="en-US" altLang="ko-KR" dirty="0"/>
          </a:p>
          <a:p>
            <a:r>
              <a:rPr lang="ko-KR" altLang="en-US" dirty="0"/>
              <a:t>그러면 </a:t>
            </a:r>
            <a:r>
              <a:rPr lang="en-US" altLang="ko-KR" dirty="0"/>
              <a:t>‘</a:t>
            </a:r>
            <a:r>
              <a:rPr lang="ko-KR" altLang="en-US" dirty="0"/>
              <a:t>일반화장대</a:t>
            </a:r>
            <a:r>
              <a:rPr lang="en-US" altLang="ko-KR" dirty="0"/>
              <a:t>’</a:t>
            </a:r>
            <a:r>
              <a:rPr lang="ko-KR" altLang="en-US" dirty="0"/>
              <a:t> 카테고리 상품명을 만들어야 내 키워드가 모두 노출됨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09898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dirty="0"/>
          </a:p>
          <a:p>
            <a:r>
              <a:rPr lang="en-US" dirty="0"/>
              <a:t>1200 </a:t>
            </a:r>
            <a:r>
              <a:rPr lang="ko-KR" altLang="en-US" dirty="0"/>
              <a:t>화장대</a:t>
            </a:r>
            <a:endParaRPr lang="en-US" altLang="ko-KR" dirty="0"/>
          </a:p>
          <a:p>
            <a:r>
              <a:rPr lang="en-US" dirty="0"/>
              <a:t>1200 </a:t>
            </a:r>
            <a:r>
              <a:rPr lang="ko-KR" altLang="en-US" dirty="0"/>
              <a:t>화장대 </a:t>
            </a:r>
            <a:r>
              <a:rPr lang="en-US" altLang="ko-KR" dirty="0"/>
              <a:t>– </a:t>
            </a:r>
            <a:r>
              <a:rPr lang="ko-KR" altLang="en-US" dirty="0"/>
              <a:t>업그레이드형</a:t>
            </a:r>
            <a:endParaRPr lang="en-US" altLang="ko-KR" dirty="0"/>
          </a:p>
          <a:p>
            <a:endParaRPr lang="en-US" dirty="0"/>
          </a:p>
          <a:p>
            <a:r>
              <a:rPr lang="ko-KR" altLang="en-US" dirty="0"/>
              <a:t>입식 미니화장대</a:t>
            </a:r>
            <a:endParaRPr lang="en-US" altLang="ko-KR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80822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dirty="0"/>
          </a:p>
          <a:p>
            <a:r>
              <a:rPr lang="en-US" dirty="0"/>
              <a:t>1200 </a:t>
            </a:r>
            <a:r>
              <a:rPr lang="ko-KR" altLang="en-US" dirty="0"/>
              <a:t>화장대</a:t>
            </a:r>
            <a:endParaRPr lang="en-US" altLang="ko-KR" dirty="0"/>
          </a:p>
          <a:p>
            <a:r>
              <a:rPr lang="en-US" dirty="0"/>
              <a:t>1200 </a:t>
            </a:r>
            <a:r>
              <a:rPr lang="ko-KR" altLang="en-US" dirty="0"/>
              <a:t>화장대 </a:t>
            </a:r>
            <a:r>
              <a:rPr lang="en-US" altLang="ko-KR" dirty="0"/>
              <a:t>– </a:t>
            </a:r>
            <a:r>
              <a:rPr lang="ko-KR" altLang="en-US" dirty="0"/>
              <a:t>업그레이드형</a:t>
            </a:r>
            <a:endParaRPr lang="en-US" altLang="ko-KR" dirty="0"/>
          </a:p>
          <a:p>
            <a:endParaRPr lang="en-US" dirty="0"/>
          </a:p>
          <a:p>
            <a:r>
              <a:rPr lang="ko-KR" altLang="en-US" dirty="0"/>
              <a:t>입식 미니화장대</a:t>
            </a:r>
            <a:endParaRPr lang="en-US" altLang="ko-KR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70350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Relationship Id="rId4" Type="http://schemas.openxmlformats.org/officeDocument/2006/relationships/image" Target="../media/image1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Relationship Id="rId4" Type="http://schemas.openxmlformats.org/officeDocument/2006/relationships/image" Target="../media/image15.png"/><Relationship Id="rId5" Type="http://schemas.openxmlformats.org/officeDocument/2006/relationships/hyperlink" Target="https://docs.google.com/spreadsheets/d/1bkRcJfR2hpOFgNEpZPygNCaajEkDINnm8TArzp7-EC4/edit?gid=948983593#gid=948983593" TargetMode="External"/><Relationship Id="rId6" Type="http://schemas.openxmlformats.org/officeDocument/2006/relationships/image" Target="../media/image16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48640" y="411480"/>
            <a:ext cx="10927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상품명 만들기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1E2130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868680" y="1673352"/>
            <a:ext cx="621792" cy="621792"/>
          </a:xfrm>
          <a:prstGeom prst="ellipse">
            <a:avLst/>
          </a:prstGeom>
          <a:solidFill>
            <a:srgbClr val="A33C4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1819656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1417320"/>
            <a:ext cx="9692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목표
</a:t>
            </a:r>
            <a:r>
              <a:rPr lang="en-US" sz="15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규정에 맞으면서 1페이지에 노출되는 키워드만으로 상품명을 완성한다.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548640" y="2880360"/>
            <a:ext cx="384048" cy="384048"/>
          </a:xfrm>
          <a:prstGeom prst="ellipse">
            <a:avLst/>
          </a:prstGeom>
          <a:solidFill>
            <a:srgbClr val="2A2D3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971800"/>
            <a:ext cx="201168" cy="20116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069848" y="2843784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내용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548640" y="3383280"/>
            <a:ext cx="108813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lnSpc>
                <a:spcPct val="120000"/>
              </a:lnSpc>
              <a:spcAft>
                <a:spcPts val="1100"/>
              </a:spcAft>
              <a:buSzPct val="100000"/>
              <a:buNone/>
            </a:pPr>
            <a:r>
              <a:rPr sz="1450" b="1" dirty="0">
                <a:solidFill>
                  <a:srgbClr val="E0A9A2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450" b="0" dirty="0" err="1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카테고리</a:t>
            </a:r>
            <a:r>
              <a:rPr sz="1450" b="0" dirty="0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50" b="0" dirty="0" err="1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확인하기</a:t>
            </a:r>
            <a:r>
              <a:rPr sz="1450" b="0" dirty="0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 — </a:t>
            </a:r>
            <a:r>
              <a:rPr sz="1450" b="0" dirty="0" err="1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상품에</a:t>
            </a:r>
            <a:r>
              <a:rPr sz="1450" b="0" dirty="0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50" b="0" dirty="0" err="1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맞는</a:t>
            </a:r>
            <a:r>
              <a:rPr sz="1450" b="0" dirty="0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50" b="0" dirty="0" err="1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카테고리</a:t>
            </a:r>
            <a:r>
              <a:rPr sz="1450" b="0" dirty="0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50" b="0" dirty="0" err="1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정확히</a:t>
            </a:r>
            <a:r>
              <a:rPr sz="1450" b="0" dirty="0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50" b="0" dirty="0" err="1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매칭</a:t>
            </a:r>
            <a:endParaRPr lang="en-US" sz="1350" dirty="0"/>
          </a:p>
          <a:p>
            <a:pPr>
              <a:lnSpc>
                <a:spcPct val="120000"/>
              </a:lnSpc>
              <a:spcAft>
                <a:spcPts val="1100"/>
              </a:spcAft>
              <a:buNone/>
            </a:pPr>
            <a:r>
              <a:rPr sz="1450" b="1" dirty="0">
                <a:solidFill>
                  <a:srgbClr val="E0A9A2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450" b="0" dirty="0" err="1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불사자</a:t>
            </a:r>
            <a:r>
              <a:rPr sz="1450" b="0" dirty="0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 AI </a:t>
            </a:r>
            <a:r>
              <a:rPr sz="1450" b="0" dirty="0" err="1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상품명</a:t>
            </a:r>
            <a:r>
              <a:rPr sz="1450" b="0" dirty="0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50" b="0" dirty="0" err="1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기능</a:t>
            </a:r>
            <a:r>
              <a:rPr lang="en-US" sz="1450" b="0" dirty="0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(</a:t>
            </a:r>
            <a:r>
              <a:rPr lang="ko-KR" altLang="en-US" sz="1450" b="0" dirty="0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수강생 전용 기능</a:t>
            </a:r>
            <a:r>
              <a:rPr lang="en-US" altLang="ko-KR" sz="1450" b="0" dirty="0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)</a:t>
            </a:r>
            <a:r>
              <a:rPr sz="1450" b="0" dirty="0" err="1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으로</a:t>
            </a:r>
            <a:r>
              <a:rPr sz="1450" b="0" dirty="0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50" b="0" dirty="0" err="1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중소형</a:t>
            </a:r>
            <a:r>
              <a:rPr sz="1450" b="0" dirty="0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50" b="0" dirty="0" err="1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키워드</a:t>
            </a:r>
            <a:r>
              <a:rPr sz="1450" b="0" dirty="0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50" b="0" dirty="0" err="1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찾기</a:t>
            </a:r>
            <a:endParaRPr sz="1450" b="0" dirty="0">
              <a:solidFill>
                <a:srgbClr val="C9CBD4"/>
              </a:solidFill>
              <a:latin typeface="맑은 고딕"/>
              <a:ea typeface="맑은 고딕"/>
              <a:cs typeface="맑은 고딕"/>
            </a:endParaRPr>
          </a:p>
          <a:p>
            <a:pPr>
              <a:lnSpc>
                <a:spcPct val="120000"/>
              </a:lnSpc>
              <a:spcAft>
                <a:spcPts val="1100"/>
              </a:spcAft>
              <a:buNone/>
            </a:pPr>
            <a:r>
              <a:rPr sz="1450" b="1" dirty="0">
                <a:solidFill>
                  <a:srgbClr val="E0A9A2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450" b="0" dirty="0" err="1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중소형</a:t>
            </a:r>
            <a:r>
              <a:rPr sz="1450" b="0" dirty="0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50" b="0" dirty="0" err="1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키워드</a:t>
            </a:r>
            <a:r>
              <a:rPr sz="1450" b="0" dirty="0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50" b="0" dirty="0" err="1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노출</a:t>
            </a:r>
            <a:r>
              <a:rPr sz="1450" b="0" dirty="0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50" b="0" dirty="0" err="1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순위</a:t>
            </a:r>
            <a:r>
              <a:rPr sz="1450" b="0" dirty="0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50" b="0" dirty="0" err="1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확인</a:t>
            </a:r>
            <a:r>
              <a:rPr sz="1450" b="0" dirty="0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 — 1페이지 </a:t>
            </a:r>
            <a:r>
              <a:rPr sz="1450" b="0" dirty="0" err="1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노출</a:t>
            </a:r>
            <a:r>
              <a:rPr sz="1450" b="0" dirty="0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50" b="0" dirty="0" err="1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키워드만</a:t>
            </a:r>
            <a:r>
              <a:rPr sz="1450" b="0" dirty="0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50" b="0" dirty="0" err="1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선별</a:t>
            </a:r>
            <a:endParaRPr sz="1450" b="0" dirty="0">
              <a:solidFill>
                <a:srgbClr val="C9CBD4"/>
              </a:solidFill>
              <a:latin typeface="맑은 고딕"/>
              <a:ea typeface="맑은 고딕"/>
              <a:cs typeface="맑은 고딕"/>
            </a:endParaRPr>
          </a:p>
          <a:p>
            <a:pPr>
              <a:lnSpc>
                <a:spcPct val="120000"/>
              </a:lnSpc>
              <a:spcAft>
                <a:spcPts val="1100"/>
              </a:spcAft>
              <a:buNone/>
            </a:pPr>
            <a:r>
              <a:rPr sz="1450" b="1" dirty="0">
                <a:solidFill>
                  <a:srgbClr val="E0A9A2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450" b="0" dirty="0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1페이지 </a:t>
            </a:r>
            <a:r>
              <a:rPr sz="1450" b="0" dirty="0" err="1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키워드로</a:t>
            </a:r>
            <a:r>
              <a:rPr sz="1450" b="0" dirty="0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50" b="0" dirty="0" err="1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상품명</a:t>
            </a:r>
            <a:r>
              <a:rPr sz="1450" b="0" dirty="0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50" b="0" dirty="0" err="1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완성</a:t>
            </a:r>
            <a:endParaRPr sz="1450" b="0" dirty="0">
              <a:solidFill>
                <a:srgbClr val="C9CBD4"/>
              </a:solidFill>
              <a:latin typeface="맑은 고딕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5"/>
          <p:cNvSpPr/>
          <p:nvPr/>
        </p:nvSpPr>
        <p:spPr>
          <a:xfrm>
            <a:off x="7452360" y="1554480"/>
            <a:ext cx="384048" cy="384048"/>
          </a:xfrm>
          <a:prstGeom prst="ellipse">
            <a:avLst/>
          </a:prstGeom>
          <a:solidFill>
            <a:srgbClr val="A33C4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1645920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973568" y="1517904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5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</a:rPr>
              <a:t>카테고리 확인 방법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7470648" y="2194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7818120" y="2157984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35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해당 키워드로 검색했을 때</a:t>
            </a:r>
            <a:r>
              <a:rPr lang="en-US" altLang="ko-KR" sz="135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 </a:t>
            </a:r>
          </a:p>
          <a:p>
            <a:pPr marL="0" indent="0" algn="l">
              <a:buNone/>
            </a:pPr>
            <a:r>
              <a:rPr lang="ko-KR" altLang="en-US" sz="135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</a:rPr>
              <a:t>하나의 카테고리 상품만 노출되는지 확인</a:t>
            </a:r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13" name="Text 9"/>
          <p:cNvSpPr/>
          <p:nvPr/>
        </p:nvSpPr>
        <p:spPr>
          <a:xfrm>
            <a:off x="7470648" y="30358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7818120" y="2999232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35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불사자로 수집한 상품</a:t>
            </a:r>
            <a:endParaRPr lang="en-US" altLang="ko-KR" sz="1350" dirty="0">
              <a:solidFill>
                <a:schemeClr val="bg1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0" indent="0" algn="l">
              <a:buNone/>
            </a:pPr>
            <a:r>
              <a:rPr lang="ko-KR" altLang="en-US" sz="135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키워드와 동일한 카테고리 되게 설정하기 </a:t>
            </a:r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15" name="Text 11"/>
          <p:cNvSpPr/>
          <p:nvPr/>
        </p:nvSpPr>
        <p:spPr>
          <a:xfrm>
            <a:off x="7470648" y="38770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7818120" y="384048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350" dirty="0" err="1">
                <a:solidFill>
                  <a:schemeClr val="bg1"/>
                </a:solidFill>
              </a:rPr>
              <a:t>불사자</a:t>
            </a:r>
            <a:r>
              <a:rPr lang="ko-KR" altLang="en-US" sz="1350" dirty="0">
                <a:solidFill>
                  <a:schemeClr val="bg1"/>
                </a:solidFill>
              </a:rPr>
              <a:t> </a:t>
            </a:r>
            <a:r>
              <a:rPr lang="en-US" altLang="ko-KR" sz="1350" dirty="0">
                <a:solidFill>
                  <a:schemeClr val="bg1"/>
                </a:solidFill>
              </a:rPr>
              <a:t>[ </a:t>
            </a:r>
            <a:r>
              <a:rPr lang="ko-KR" altLang="en-US" sz="1350" dirty="0">
                <a:solidFill>
                  <a:schemeClr val="bg1"/>
                </a:solidFill>
              </a:rPr>
              <a:t>최적화</a:t>
            </a:r>
            <a:r>
              <a:rPr lang="en-US" altLang="ko-KR" sz="1350" dirty="0">
                <a:solidFill>
                  <a:schemeClr val="bg1"/>
                </a:solidFill>
              </a:rPr>
              <a:t> </a:t>
            </a:r>
            <a:r>
              <a:rPr lang="ko-KR" altLang="en-US" sz="1350" dirty="0">
                <a:solidFill>
                  <a:schemeClr val="bg1"/>
                </a:solidFill>
              </a:rPr>
              <a:t>상품명 짓기 </a:t>
            </a:r>
            <a:r>
              <a:rPr lang="en-US" altLang="ko-KR" sz="1350" dirty="0">
                <a:solidFill>
                  <a:schemeClr val="bg1"/>
                </a:solidFill>
              </a:rPr>
              <a:t>] </a:t>
            </a:r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22" name="Text 2">
            <a:extLst>
              <a:ext uri="{FF2B5EF4-FFF2-40B4-BE49-F238E27FC236}">
                <a16:creationId xmlns:a16="http://schemas.microsoft.com/office/drawing/2014/main" id="{986E069C-257D-807E-F6D8-3157B1F45EBA}"/>
              </a:ext>
            </a:extLst>
          </p:cNvPr>
          <p:cNvSpPr/>
          <p:nvPr/>
        </p:nvSpPr>
        <p:spPr>
          <a:xfrm>
            <a:off x="548640" y="411480"/>
            <a:ext cx="10927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30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상품명 만들기</a:t>
            </a:r>
            <a:r>
              <a:rPr lang="en-US" sz="30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– </a:t>
            </a:r>
            <a:r>
              <a:rPr lang="ko-KR" altLang="en-US" sz="30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카테고리 확인하기</a:t>
            </a:r>
            <a:endParaRPr lang="en-US" sz="3000" dirty="0"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74EF09CA-3EAD-6017-AC58-ABE29DB2A2F7}"/>
              </a:ext>
            </a:extLst>
          </p:cNvPr>
          <p:cNvGrpSpPr/>
          <p:nvPr/>
        </p:nvGrpSpPr>
        <p:grpSpPr>
          <a:xfrm>
            <a:off x="533400" y="1499615"/>
            <a:ext cx="6673357" cy="4662479"/>
            <a:chOff x="533400" y="1499615"/>
            <a:chExt cx="6673357" cy="4662479"/>
          </a:xfrm>
        </p:grpSpPr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5D4B2DC1-1C4C-52B8-1D40-2DFD3FBEC23F}"/>
                </a:ext>
              </a:extLst>
            </p:cNvPr>
            <p:cNvGrpSpPr/>
            <p:nvPr/>
          </p:nvGrpSpPr>
          <p:grpSpPr>
            <a:xfrm>
              <a:off x="533400" y="1499615"/>
              <a:ext cx="6673357" cy="4662479"/>
              <a:chOff x="533400" y="1499615"/>
              <a:chExt cx="6673357" cy="4662479"/>
            </a:xfrm>
          </p:grpSpPr>
          <p:pic>
            <p:nvPicPr>
              <p:cNvPr id="3" name="그림 2">
                <a:extLst>
                  <a:ext uri="{FF2B5EF4-FFF2-40B4-BE49-F238E27FC236}">
                    <a16:creationId xmlns:a16="http://schemas.microsoft.com/office/drawing/2014/main" id="{866DF7E9-4C37-DF25-25F2-395EEB21607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33400" y="1499615"/>
                <a:ext cx="6673357" cy="4662479"/>
              </a:xfrm>
              <a:prstGeom prst="rect">
                <a:avLst/>
              </a:prstGeom>
            </p:spPr>
          </p:pic>
          <p:sp>
            <p:nvSpPr>
              <p:cNvPr id="4" name="직사각형 3">
                <a:extLst>
                  <a:ext uri="{FF2B5EF4-FFF2-40B4-BE49-F238E27FC236}">
                    <a16:creationId xmlns:a16="http://schemas.microsoft.com/office/drawing/2014/main" id="{F3D5BAD0-64C3-4A8F-9EE3-5063B86C8CB1}"/>
                  </a:ext>
                </a:extLst>
              </p:cNvPr>
              <p:cNvSpPr/>
              <p:nvPr/>
            </p:nvSpPr>
            <p:spPr>
              <a:xfrm>
                <a:off x="2196935" y="3083308"/>
                <a:ext cx="1793174" cy="182405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B56EF9CF-115E-195D-ABD1-94E391DE2DE7}"/>
                </a:ext>
              </a:extLst>
            </p:cNvPr>
            <p:cNvSpPr/>
            <p:nvPr/>
          </p:nvSpPr>
          <p:spPr>
            <a:xfrm>
              <a:off x="3245922" y="1767223"/>
              <a:ext cx="897815" cy="237744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207415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5"/>
          <p:cNvSpPr/>
          <p:nvPr/>
        </p:nvSpPr>
        <p:spPr>
          <a:xfrm>
            <a:off x="7452360" y="1554480"/>
            <a:ext cx="384048" cy="384048"/>
          </a:xfrm>
          <a:prstGeom prst="ellipse">
            <a:avLst/>
          </a:prstGeom>
          <a:solidFill>
            <a:srgbClr val="A33C4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1645920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973568" y="1517904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5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</a:rPr>
              <a:t>키워드 순위 체크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7470648" y="2194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7818120" y="2157984"/>
            <a:ext cx="38404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350" dirty="0" err="1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소싱리스트</a:t>
            </a:r>
            <a:r>
              <a:rPr lang="ko-KR" altLang="en-US" sz="135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엑셀 파일에서 찾은 키워드와</a:t>
            </a:r>
            <a:endParaRPr lang="en-US" altLang="ko-KR" sz="1350" dirty="0">
              <a:solidFill>
                <a:schemeClr val="bg1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r>
              <a:rPr lang="ko-KR" altLang="en-US" sz="1350" dirty="0" err="1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불사자</a:t>
            </a:r>
            <a:r>
              <a:rPr lang="ko-KR" altLang="en-US" sz="135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135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 </a:t>
            </a:r>
            <a:r>
              <a:rPr lang="ko-KR" altLang="en-US" sz="135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가성비 황금 </a:t>
            </a:r>
            <a:r>
              <a:rPr lang="ko-KR" altLang="en-US" sz="1350" dirty="0" err="1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키워즈</a:t>
            </a:r>
            <a:r>
              <a:rPr lang="ko-KR" altLang="en-US" sz="135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135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]</a:t>
            </a:r>
            <a:r>
              <a:rPr lang="ko-KR" altLang="en-US" sz="135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중 </a:t>
            </a:r>
            <a:endParaRPr lang="en-US" altLang="ko-KR" sz="1350" dirty="0">
              <a:solidFill>
                <a:schemeClr val="bg1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r>
              <a:rPr lang="en-US" altLang="ko-KR" sz="135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~ 6</a:t>
            </a:r>
            <a:r>
              <a:rPr lang="ko-KR" altLang="en-US" sz="135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 선별하여 </a:t>
            </a:r>
            <a:r>
              <a:rPr lang="ko-KR" altLang="en-US" sz="135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</a:rPr>
              <a:t>시트에 작성</a:t>
            </a:r>
            <a:endParaRPr lang="en-US" altLang="ko-KR" sz="1350" dirty="0">
              <a:solidFill>
                <a:schemeClr val="bg1"/>
              </a:solidFill>
            </a:endParaRPr>
          </a:p>
        </p:txBody>
      </p:sp>
      <p:sp>
        <p:nvSpPr>
          <p:cNvPr id="13" name="Text 9"/>
          <p:cNvSpPr/>
          <p:nvPr/>
        </p:nvSpPr>
        <p:spPr>
          <a:xfrm>
            <a:off x="7470648" y="30358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7818120" y="2999232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350" dirty="0">
                <a:solidFill>
                  <a:schemeClr val="bg1"/>
                </a:solidFill>
              </a:rPr>
              <a:t>각 키워드 별로 상품 복사</a:t>
            </a:r>
            <a:r>
              <a:rPr lang="en-US" altLang="ko-KR" sz="1350" dirty="0">
                <a:solidFill>
                  <a:schemeClr val="bg1"/>
                </a:solidFill>
              </a:rPr>
              <a:t>/</a:t>
            </a:r>
            <a:r>
              <a:rPr lang="ko-KR" altLang="en-US" sz="1350" dirty="0">
                <a:solidFill>
                  <a:schemeClr val="bg1"/>
                </a:solidFill>
              </a:rPr>
              <a:t>등록하여</a:t>
            </a:r>
            <a:endParaRPr lang="en-US" altLang="ko-KR" sz="1350" dirty="0">
              <a:solidFill>
                <a:schemeClr val="bg1"/>
              </a:solidFill>
            </a:endParaRPr>
          </a:p>
          <a:p>
            <a:pPr marL="0" indent="0" algn="l">
              <a:buNone/>
            </a:pPr>
            <a:r>
              <a:rPr lang="ko-KR" altLang="en-US" sz="1350" dirty="0">
                <a:solidFill>
                  <a:schemeClr val="bg1"/>
                </a:solidFill>
              </a:rPr>
              <a:t>순위 체크 및 시트 기입</a:t>
            </a:r>
            <a:endParaRPr lang="en-US" altLang="ko-KR" sz="1350" dirty="0">
              <a:solidFill>
                <a:schemeClr val="bg1"/>
              </a:solidFill>
            </a:endParaRPr>
          </a:p>
          <a:p>
            <a:pPr marL="0" indent="0" algn="l">
              <a:buNone/>
            </a:pPr>
            <a:r>
              <a:rPr lang="en-US" sz="1350" dirty="0">
                <a:solidFill>
                  <a:schemeClr val="bg1"/>
                </a:solidFill>
              </a:rPr>
              <a:t>[</a:t>
            </a:r>
            <a:r>
              <a:rPr lang="ko-KR" altLang="en-US" sz="1350" dirty="0" err="1">
                <a:solidFill>
                  <a:schemeClr val="bg1"/>
                </a:solidFill>
              </a:rPr>
              <a:t>시트명</a:t>
            </a:r>
            <a:r>
              <a:rPr lang="ko-KR" altLang="en-US" sz="1350" dirty="0">
                <a:solidFill>
                  <a:schemeClr val="bg1"/>
                </a:solidFill>
              </a:rPr>
              <a:t> </a:t>
            </a:r>
            <a:r>
              <a:rPr lang="en-US" altLang="ko-KR" sz="1350" dirty="0">
                <a:solidFill>
                  <a:schemeClr val="bg1"/>
                </a:solidFill>
              </a:rPr>
              <a:t>- </a:t>
            </a:r>
            <a:r>
              <a:rPr lang="en-US" sz="1350" dirty="0">
                <a:solidFill>
                  <a:schemeClr val="bg1"/>
                </a:solidFill>
              </a:rPr>
              <a:t>01 </a:t>
            </a:r>
            <a:r>
              <a:rPr lang="ko-KR" altLang="en-US" sz="1350" dirty="0">
                <a:solidFill>
                  <a:schemeClr val="bg1"/>
                </a:solidFill>
              </a:rPr>
              <a:t>키워드 순위체크</a:t>
            </a:r>
            <a:r>
              <a:rPr lang="en-US" altLang="ko-KR" sz="1350" dirty="0">
                <a:solidFill>
                  <a:schemeClr val="bg1"/>
                </a:solidFill>
              </a:rPr>
              <a:t>]</a:t>
            </a:r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15" name="Text 11"/>
          <p:cNvSpPr/>
          <p:nvPr/>
        </p:nvSpPr>
        <p:spPr>
          <a:xfrm>
            <a:off x="7470648" y="40789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7818120" y="404236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ko-KR" sz="1350" dirty="0">
                <a:solidFill>
                  <a:schemeClr val="bg1"/>
                </a:solidFill>
              </a:rPr>
              <a:t>40</a:t>
            </a:r>
            <a:r>
              <a:rPr lang="ko-KR" altLang="en-US" sz="1350" dirty="0">
                <a:solidFill>
                  <a:schemeClr val="bg1"/>
                </a:solidFill>
              </a:rPr>
              <a:t>위 내 키워드가 몇 개인지 파악</a:t>
            </a:r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22" name="Text 2">
            <a:extLst>
              <a:ext uri="{FF2B5EF4-FFF2-40B4-BE49-F238E27FC236}">
                <a16:creationId xmlns:a16="http://schemas.microsoft.com/office/drawing/2014/main" id="{986E069C-257D-807E-F6D8-3157B1F45EBA}"/>
              </a:ext>
            </a:extLst>
          </p:cNvPr>
          <p:cNvSpPr/>
          <p:nvPr/>
        </p:nvSpPr>
        <p:spPr>
          <a:xfrm>
            <a:off x="548640" y="411480"/>
            <a:ext cx="10927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30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상품명 만들기</a:t>
            </a:r>
            <a:r>
              <a:rPr lang="en-US" sz="30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– </a:t>
            </a:r>
            <a:r>
              <a:rPr lang="ko-KR" altLang="en-US" sz="3000" b="1" dirty="0" err="1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황금키워드</a:t>
            </a:r>
            <a:r>
              <a:rPr lang="ko-KR" altLang="en-US" sz="30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찾기</a:t>
            </a:r>
            <a:endParaRPr lang="en-US" sz="3000" dirty="0"/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BB47DFE8-6D1E-DA5B-908F-38E731BED695}"/>
              </a:ext>
            </a:extLst>
          </p:cNvPr>
          <p:cNvGrpSpPr/>
          <p:nvPr/>
        </p:nvGrpSpPr>
        <p:grpSpPr>
          <a:xfrm>
            <a:off x="664533" y="1446329"/>
            <a:ext cx="6138166" cy="4011334"/>
            <a:chOff x="664533" y="1645920"/>
            <a:chExt cx="6138166" cy="4011334"/>
          </a:xfrm>
        </p:grpSpPr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620F8BFF-7A7C-0914-FF83-F4E871115E6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6548" t="15209" r="1781"/>
            <a:stretch>
              <a:fillRect/>
            </a:stretch>
          </p:blipFill>
          <p:spPr>
            <a:xfrm>
              <a:off x="664533" y="1645920"/>
              <a:ext cx="6138166" cy="4011334"/>
            </a:xfrm>
            <a:prstGeom prst="rect">
              <a:avLst/>
            </a:prstGeom>
          </p:spPr>
        </p:pic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400EB773-0B40-E398-8BAD-09BC7A072A05}"/>
                </a:ext>
              </a:extLst>
            </p:cNvPr>
            <p:cNvSpPr/>
            <p:nvPr/>
          </p:nvSpPr>
          <p:spPr>
            <a:xfrm>
              <a:off x="1520041" y="4480560"/>
              <a:ext cx="3883232" cy="423949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5" name="Text 5">
            <a:extLst>
              <a:ext uri="{FF2B5EF4-FFF2-40B4-BE49-F238E27FC236}">
                <a16:creationId xmlns:a16="http://schemas.microsoft.com/office/drawing/2014/main" id="{F90A86C7-CC9B-A0DD-FF68-C15AAC214FC9}"/>
              </a:ext>
            </a:extLst>
          </p:cNvPr>
          <p:cNvSpPr/>
          <p:nvPr/>
        </p:nvSpPr>
        <p:spPr>
          <a:xfrm>
            <a:off x="751115" y="5612042"/>
            <a:ext cx="9692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altLang="ko-KR" sz="12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&lt;</a:t>
            </a:r>
            <a:r>
              <a:rPr lang="ko-KR" altLang="en-US" sz="12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참고</a:t>
            </a:r>
            <a:r>
              <a:rPr lang="en-US" altLang="ko-KR" sz="12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&gt;</a:t>
            </a:r>
            <a:r>
              <a:rPr lang="en-US" sz="12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</a:p>
          <a:p>
            <a:pPr marL="0" indent="0" algn="l">
              <a:lnSpc>
                <a:spcPct val="105000"/>
              </a:lnSpc>
              <a:buNone/>
            </a:pPr>
            <a:endParaRPr lang="en-US" sz="600" b="1" dirty="0">
              <a:solidFill>
                <a:srgbClr val="E0A9A2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0" indent="0" algn="l">
              <a:lnSpc>
                <a:spcPct val="105000"/>
              </a:lnSpc>
              <a:buNone/>
            </a:pPr>
            <a:r>
              <a:rPr lang="ko-KR" altLang="en-US" sz="15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네이버에 등록된 </a:t>
            </a:r>
            <a:r>
              <a:rPr lang="ko-KR" altLang="en-US" sz="155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상품수가 적을수록</a:t>
            </a:r>
            <a:r>
              <a:rPr lang="ko-KR" altLang="en-US" sz="15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상위노출에 유리합니다</a:t>
            </a:r>
            <a:r>
              <a:rPr lang="en-US" altLang="ko-KR" sz="15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!</a:t>
            </a:r>
          </a:p>
        </p:txBody>
      </p:sp>
      <p:sp>
        <p:nvSpPr>
          <p:cNvPr id="26" name="Text 13">
            <a:extLst>
              <a:ext uri="{FF2B5EF4-FFF2-40B4-BE49-F238E27FC236}">
                <a16:creationId xmlns:a16="http://schemas.microsoft.com/office/drawing/2014/main" id="{4CE3D5E3-02EC-F0B5-F69C-3AD32F136B1D}"/>
              </a:ext>
            </a:extLst>
          </p:cNvPr>
          <p:cNvSpPr/>
          <p:nvPr/>
        </p:nvSpPr>
        <p:spPr>
          <a:xfrm>
            <a:off x="7470648" y="47183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14">
            <a:extLst>
              <a:ext uri="{FF2B5EF4-FFF2-40B4-BE49-F238E27FC236}">
                <a16:creationId xmlns:a16="http://schemas.microsoft.com/office/drawing/2014/main" id="{F3FCD608-26CC-9134-0506-31608B0D4754}"/>
              </a:ext>
            </a:extLst>
          </p:cNvPr>
          <p:cNvSpPr/>
          <p:nvPr/>
        </p:nvSpPr>
        <p:spPr>
          <a:xfrm>
            <a:off x="7818120" y="468172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35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상품명 만들기</a:t>
            </a:r>
            <a:r>
              <a:rPr lang="en-US" altLang="ko-KR" sz="135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!</a:t>
            </a:r>
            <a:endParaRPr lang="en-US" sz="1350" dirty="0">
              <a:solidFill>
                <a:schemeClr val="bg1"/>
              </a:solidFill>
            </a:endParaRPr>
          </a:p>
        </p:txBody>
      </p:sp>
      <p:pic>
        <p:nvPicPr>
          <p:cNvPr id="28" name="그래픽 27" descr="단색으로 채워진 웃는 얼굴 단색으로 채워진">
            <a:hlinkClick r:id="rId5"/>
            <a:extLst>
              <a:ext uri="{FF2B5EF4-FFF2-40B4-BE49-F238E27FC236}">
                <a16:creationId xmlns:a16="http://schemas.microsoft.com/office/drawing/2014/main" id="{C104ACDC-DC1F-B977-5754-2C847E4BAB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212797" y="3233447"/>
            <a:ext cx="461916" cy="461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3701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2">
            <a:extLst>
              <a:ext uri="{FF2B5EF4-FFF2-40B4-BE49-F238E27FC236}">
                <a16:creationId xmlns:a16="http://schemas.microsoft.com/office/drawing/2014/main" id="{689CFACB-A561-A188-C8E9-B2E30A0995D1}"/>
              </a:ext>
            </a:extLst>
          </p:cNvPr>
          <p:cNvSpPr/>
          <p:nvPr/>
        </p:nvSpPr>
        <p:spPr>
          <a:xfrm>
            <a:off x="548640" y="411480"/>
            <a:ext cx="10927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상품명 만들기</a:t>
            </a:r>
            <a:endParaRPr lang="en-US" sz="3000" dirty="0"/>
          </a:p>
        </p:txBody>
      </p:sp>
      <p:sp>
        <p:nvSpPr>
          <p:cNvPr id="28" name="Shape 3">
            <a:extLst>
              <a:ext uri="{FF2B5EF4-FFF2-40B4-BE49-F238E27FC236}">
                <a16:creationId xmlns:a16="http://schemas.microsoft.com/office/drawing/2014/main" id="{A7FFAB21-537A-C387-392E-459E95D3C729}"/>
              </a:ext>
            </a:extLst>
          </p:cNvPr>
          <p:cNvSpPr/>
          <p:nvPr/>
        </p:nvSpPr>
        <p:spPr>
          <a:xfrm>
            <a:off x="777240" y="1554480"/>
            <a:ext cx="10634472" cy="2971800"/>
          </a:xfrm>
          <a:prstGeom prst="roundRect">
            <a:avLst>
              <a:gd name="adj" fmla="val 3692"/>
            </a:avLst>
          </a:prstGeom>
          <a:solidFill>
            <a:srgbClr val="1E2130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Text 4">
            <a:extLst>
              <a:ext uri="{FF2B5EF4-FFF2-40B4-BE49-F238E27FC236}">
                <a16:creationId xmlns:a16="http://schemas.microsoft.com/office/drawing/2014/main" id="{19F0B770-BF60-6A8D-2F05-BE507BAF8699}"/>
              </a:ext>
            </a:extLst>
          </p:cNvPr>
          <p:cNvSpPr/>
          <p:nvPr/>
        </p:nvSpPr>
        <p:spPr>
          <a:xfrm>
            <a:off x="1078992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800" dirty="0"/>
          </a:p>
        </p:txBody>
      </p:sp>
      <p:sp>
        <p:nvSpPr>
          <p:cNvPr id="30" name="Text 5">
            <a:extLst>
              <a:ext uri="{FF2B5EF4-FFF2-40B4-BE49-F238E27FC236}">
                <a16:creationId xmlns:a16="http://schemas.microsoft.com/office/drawing/2014/main" id="{A37DA588-682E-DB17-6A96-E4809CDDCFEC}"/>
              </a:ext>
            </a:extLst>
          </p:cNvPr>
          <p:cNvSpPr/>
          <p:nvPr/>
        </p:nvSpPr>
        <p:spPr>
          <a:xfrm>
            <a:off x="1691640" y="1783080"/>
            <a:ext cx="93268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90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여기까지만 해도, </a:t>
            </a:r>
            <a:r>
              <a:rPr lang="en-US" sz="19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중소형 키워드 순위를 하나씩 체크</a:t>
            </a:r>
            <a:r>
              <a:rPr lang="en-US" sz="190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하면 1페이지 노출은 가능합니다.
</a:t>
            </a:r>
            <a:r>
              <a:rPr lang="en-US" sz="19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하지만 '되는 것'과 '확실하게 되는 것'은 다릅니다.
</a:t>
            </a:r>
            <a:r>
              <a:rPr lang="en-US" sz="19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최적 텀카운트 찾기</a:t>
            </a:r>
            <a:r>
              <a:rPr lang="en-US" sz="190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와 </a:t>
            </a:r>
            <a:r>
              <a:rPr lang="en-US" sz="19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중복어 테스트</a:t>
            </a:r>
            <a:r>
              <a:rPr lang="en-US" sz="190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까지 더하면,</a:t>
            </a:r>
            <a:endParaRPr lang="en-US" sz="19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90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키워드라도 더 정확하고 안정적으로 상위에 올라갑니다.</a:t>
            </a:r>
            <a:endParaRPr lang="en-US" sz="1900" dirty="0"/>
          </a:p>
        </p:txBody>
      </p:sp>
      <p:sp>
        <p:nvSpPr>
          <p:cNvPr id="31" name="Shape 6">
            <a:extLst>
              <a:ext uri="{FF2B5EF4-FFF2-40B4-BE49-F238E27FC236}">
                <a16:creationId xmlns:a16="http://schemas.microsoft.com/office/drawing/2014/main" id="{FB445BF3-0CA2-87A4-13D9-BDCEFC03D29A}"/>
              </a:ext>
            </a:extLst>
          </p:cNvPr>
          <p:cNvSpPr/>
          <p:nvPr/>
        </p:nvSpPr>
        <p:spPr>
          <a:xfrm>
            <a:off x="777240" y="4892040"/>
            <a:ext cx="2971800" cy="594360"/>
          </a:xfrm>
          <a:prstGeom prst="roundRect">
            <a:avLst>
              <a:gd name="adj" fmla="val 49231"/>
            </a:avLst>
          </a:prstGeom>
          <a:solidFill>
            <a:srgbClr val="1E2130"/>
          </a:solidFill>
          <a:ln w="12700">
            <a:solidFill>
              <a:srgbClr val="E0A9A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7">
            <a:extLst>
              <a:ext uri="{FF2B5EF4-FFF2-40B4-BE49-F238E27FC236}">
                <a16:creationId xmlns:a16="http://schemas.microsoft.com/office/drawing/2014/main" id="{55289810-41F2-6A8F-D7B4-A8D0C5B4A49D}"/>
              </a:ext>
            </a:extLst>
          </p:cNvPr>
          <p:cNvSpPr/>
          <p:nvPr/>
        </p:nvSpPr>
        <p:spPr>
          <a:xfrm>
            <a:off x="777240" y="489204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최적 텀카운트 찾기</a:t>
            </a:r>
            <a:endParaRPr lang="en-US" sz="1500" dirty="0"/>
          </a:p>
        </p:txBody>
      </p:sp>
      <p:sp>
        <p:nvSpPr>
          <p:cNvPr id="33" name="Shape 8">
            <a:extLst>
              <a:ext uri="{FF2B5EF4-FFF2-40B4-BE49-F238E27FC236}">
                <a16:creationId xmlns:a16="http://schemas.microsoft.com/office/drawing/2014/main" id="{36D2EEE7-D9F3-2E5A-8499-4E13CB94F465}"/>
              </a:ext>
            </a:extLst>
          </p:cNvPr>
          <p:cNvSpPr/>
          <p:nvPr/>
        </p:nvSpPr>
        <p:spPr>
          <a:xfrm>
            <a:off x="4069080" y="4892040"/>
            <a:ext cx="2231136" cy="594360"/>
          </a:xfrm>
          <a:prstGeom prst="roundRect">
            <a:avLst>
              <a:gd name="adj" fmla="val 49231"/>
            </a:avLst>
          </a:prstGeom>
          <a:solidFill>
            <a:srgbClr val="1E2130"/>
          </a:solidFill>
          <a:ln w="12700">
            <a:solidFill>
              <a:srgbClr val="E0A9A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9">
            <a:extLst>
              <a:ext uri="{FF2B5EF4-FFF2-40B4-BE49-F238E27FC236}">
                <a16:creationId xmlns:a16="http://schemas.microsoft.com/office/drawing/2014/main" id="{9709E503-8102-29C7-AB23-1C22028DADEC}"/>
              </a:ext>
            </a:extLst>
          </p:cNvPr>
          <p:cNvSpPr/>
          <p:nvPr/>
        </p:nvSpPr>
        <p:spPr>
          <a:xfrm>
            <a:off x="4069080" y="4892040"/>
            <a:ext cx="22311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중복어 테스트</a:t>
            </a:r>
            <a:endParaRPr lang="en-US" sz="1500" dirty="0"/>
          </a:p>
        </p:txBody>
      </p:sp>
      <p:sp>
        <p:nvSpPr>
          <p:cNvPr id="35" name="Text 10">
            <a:extLst>
              <a:ext uri="{FF2B5EF4-FFF2-40B4-BE49-F238E27FC236}">
                <a16:creationId xmlns:a16="http://schemas.microsoft.com/office/drawing/2014/main" id="{79B44568-7B61-8B1F-9BFB-8EDF1A82BE58}"/>
              </a:ext>
            </a:extLst>
          </p:cNvPr>
          <p:cNvSpPr/>
          <p:nvPr/>
        </p:nvSpPr>
        <p:spPr>
          <a:xfrm>
            <a:off x="777240" y="576072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자, 이제 </a:t>
            </a:r>
            <a:r>
              <a:rPr lang="en-US" sz="26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진짜 디테일</a:t>
            </a:r>
            <a:r>
              <a:rPr lang="en-US" sz="26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 들어갑니다.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35640223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646</TotalTime>
  <Words>2122</Words>
  <Application>Microsoft Office PowerPoint</Application>
  <PresentationFormat>와이드스크린</PresentationFormat>
  <Paragraphs>395</Paragraphs>
  <Slides>28</Slides>
  <Notes>28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28</vt:i4>
      </vt:variant>
    </vt:vector>
  </HeadingPairs>
  <TitlesOfParts>
    <vt:vector size="31" baseType="lpstr">
      <vt:lpstr>맑은 고딕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네이버 1페이지 점령 - 1주차</dc:title>
  <dc:subject>PptxGenJS Presentation</dc:subject>
  <dc:creator>용감한 용팀장</dc:creator>
  <cp:lastModifiedBy>용 최</cp:lastModifiedBy>
  <cp:revision>24</cp:revision>
  <dcterms:created xsi:type="dcterms:W3CDTF">2026-06-12T02:15:20Z</dcterms:created>
  <dcterms:modified xsi:type="dcterms:W3CDTF">2026-06-12T15:17:31Z</dcterms:modified>
</cp:coreProperties>
</file>