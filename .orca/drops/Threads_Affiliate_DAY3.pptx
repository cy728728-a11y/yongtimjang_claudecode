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884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image" Target="../media/image6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7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8.png"  /><Relationship Id="rId2" Type="http://schemas.openxmlformats.org/officeDocument/2006/relationships/image" Target="../media/image9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image" Target="../media/image10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713232" y="7315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713232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713232" y="2075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세팅 · 일상글 운영 가이드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수익화 채널을 연결하고, Threads에서 자연스러운 일상글 운영을 시작합니다.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713232" y="4736592"/>
            <a:ext cx="356616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32688" y="49194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8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오늘의 목표</a:t>
            </a:r>
            <a:endParaRPr lang="en-US" sz="820"/>
          </a:p>
        </p:txBody>
      </p:sp>
      <p:sp>
        <p:nvSpPr>
          <p:cNvPr id="9" name="Text 7"/>
          <p:cNvSpPr/>
          <p:nvPr/>
        </p:nvSpPr>
        <p:spPr>
          <a:xfrm>
            <a:off x="932688" y="510235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79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인포크 세팅 → 쿠팡·토스 등록 → 소개글 세팅 → 일상글 업로드.</a:t>
            </a:r>
            <a:endParaRPr lang="en-US" sz="790"/>
          </a:p>
        </p:txBody>
      </p:sp>
      <p:sp>
        <p:nvSpPr>
          <p:cNvPr id="10" name="Shape 8"/>
          <p:cNvSpPr/>
          <p:nvPr/>
        </p:nvSpPr>
        <p:spPr>
          <a:xfrm>
            <a:off x="8183880" y="4498848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83880" y="4570171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DAY 3 COMPLETE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 rot="1500000">
            <a:off x="9436608" y="713232"/>
            <a:ext cx="1463040" cy="1463040"/>
          </a:xfrm>
          <a:prstGeom prst="arc">
            <a:avLst>
              <a:gd name="adj1" fmla="val 16200000"/>
              <a:gd name="adj2" fmla="val 0"/>
            </a:avLst>
          </a:prstGeom>
          <a:noFill/>
          <a:ln w="2286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02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DAY 3 전체 흐름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오늘 끝내야 하는 순서입니다.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링크 세팅을 완료하고, Threads 일상글 운영을 시작합니다.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542032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2613355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1563624" y="25511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세팅</a:t>
            </a:r>
            <a:endParaRPr lang="en-US" sz="1120"/>
          </a:p>
        </p:txBody>
      </p:sp>
      <p:sp>
        <p:nvSpPr>
          <p:cNvPr id="12" name="Text 10"/>
          <p:cNvSpPr/>
          <p:nvPr/>
        </p:nvSpPr>
        <p:spPr>
          <a:xfrm>
            <a:off x="1033272" y="2935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프로필·디자인·공지.</a:t>
            </a:r>
            <a:endParaRPr lang="en-US" sz="820"/>
          </a:p>
        </p:txBody>
      </p:sp>
      <p:sp>
        <p:nvSpPr>
          <p:cNvPr id="13" name="Shape 11"/>
          <p:cNvSpPr/>
          <p:nvPr/>
        </p:nvSpPr>
        <p:spPr>
          <a:xfrm>
            <a:off x="3566160" y="233172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76472" y="2542032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76472" y="2613355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4352544" y="25511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채널 등록</a:t>
            </a:r>
            <a:endParaRPr lang="en-US" sz="1120"/>
          </a:p>
        </p:txBody>
      </p:sp>
      <p:sp>
        <p:nvSpPr>
          <p:cNvPr id="17" name="Text 15"/>
          <p:cNvSpPr/>
          <p:nvPr/>
        </p:nvSpPr>
        <p:spPr>
          <a:xfrm>
            <a:off x="3822192" y="2935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쿠팡·토스 활동 링크.</a:t>
            </a:r>
            <a:endParaRPr lang="en-US" sz="820"/>
          </a:p>
        </p:txBody>
      </p:sp>
      <p:sp>
        <p:nvSpPr>
          <p:cNvPr id="18" name="Shape 16"/>
          <p:cNvSpPr/>
          <p:nvPr/>
        </p:nvSpPr>
        <p:spPr>
          <a:xfrm>
            <a:off x="6355080" y="233172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65392" y="2542032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65392" y="2613355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7141464" y="25511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추천탭 확인</a:t>
            </a:r>
            <a:endParaRPr lang="en-US" sz="1120"/>
          </a:p>
        </p:txBody>
      </p:sp>
      <p:sp>
        <p:nvSpPr>
          <p:cNvPr id="22" name="Text 20"/>
          <p:cNvSpPr/>
          <p:nvPr/>
        </p:nvSpPr>
        <p:spPr>
          <a:xfrm>
            <a:off x="6611112" y="2935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DAY 2 인지작업 점검.</a:t>
            </a:r>
            <a:endParaRPr lang="en-US" sz="820"/>
          </a:p>
        </p:txBody>
      </p:sp>
      <p:sp>
        <p:nvSpPr>
          <p:cNvPr id="23" name="Shape 21"/>
          <p:cNvSpPr/>
          <p:nvPr/>
        </p:nvSpPr>
        <p:spPr>
          <a:xfrm>
            <a:off x="9144000" y="233172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354312" y="2542032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354312" y="2613355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9930384" y="25511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일상글 운영</a:t>
            </a:r>
            <a:endParaRPr lang="en-US" sz="1120"/>
          </a:p>
        </p:txBody>
      </p:sp>
      <p:sp>
        <p:nvSpPr>
          <p:cNvPr id="27" name="Text 25"/>
          <p:cNvSpPr/>
          <p:nvPr/>
        </p:nvSpPr>
        <p:spPr>
          <a:xfrm>
            <a:off x="9400032" y="2935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3~4시간 간격 업로드.</a:t>
            </a:r>
            <a:endParaRPr lang="en-US" sz="820"/>
          </a:p>
        </p:txBody>
      </p:sp>
      <p:sp>
        <p:nvSpPr>
          <p:cNvPr id="28" name="Shape 26"/>
          <p:cNvSpPr/>
          <p:nvPr/>
        </p:nvSpPr>
        <p:spPr>
          <a:xfrm>
            <a:off x="1645920" y="5440680"/>
            <a:ext cx="87782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755648" y="5522976"/>
            <a:ext cx="85587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DAY 3 핵심: 인포크 링크는 등록하지만, Threads 프로필에는 아직 넣지 않습니다.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03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디자인으로 이동합니다.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인포크 홈에서 디자인 버튼을 눌러 링크 페이지 세팅을 시작합니다.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68680" y="240212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69848" y="23317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인포크에 로그인합니다.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868680" y="279532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69848" y="2724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화면에서 디자인 버튼을 클릭합니다.</a:t>
            </a:r>
            <a:endParaRPr lang="en-US" sz="1450"/>
          </a:p>
        </p:txBody>
      </p:sp>
      <p:sp>
        <p:nvSpPr>
          <p:cNvPr id="12" name="Shape 10"/>
          <p:cNvSpPr/>
          <p:nvPr/>
        </p:nvSpPr>
        <p:spPr>
          <a:xfrm>
            <a:off x="868680" y="3188513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69848" y="31181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쿠팡·토스에 등록할 공용 링크를 먼저 만듭니다.</a:t>
            </a:r>
            <a:endParaRPr lang="en-US" sz="1450"/>
          </a:p>
        </p:txBody>
      </p:sp>
      <p:sp>
        <p:nvSpPr>
          <p:cNvPr id="14" name="Shape 12"/>
          <p:cNvSpPr/>
          <p:nvPr/>
        </p:nvSpPr>
        <p:spPr>
          <a:xfrm>
            <a:off x="5806440" y="1965960"/>
            <a:ext cx="44348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c85940b7-dcdf-45c0-aec4-618c426ee86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79592" y="2477435"/>
            <a:ext cx="4288536" cy="140021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앞으로 모든 수익화 채널에 등록할 중심 링크를 만드는 단계입니다.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04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2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프로필을 세팅합니다.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프로필 이미지, 타이틀, 설명 문구를 입력합니다.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47548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8992" y="228600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5732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입력값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1152144" y="2850185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3312" y="277977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이미지: DAY 1 생성 이미지.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1152144" y="3243377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53312" y="317296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타이틀: 자유롭게 작성.</a:t>
            </a:r>
            <a:endParaRPr lang="en-US" sz="1280"/>
          </a:p>
        </p:txBody>
      </p:sp>
      <p:sp>
        <p:nvSpPr>
          <p:cNvPr id="15" name="Shape 13"/>
          <p:cNvSpPr/>
          <p:nvPr/>
        </p:nvSpPr>
        <p:spPr>
          <a:xfrm>
            <a:off x="1152144" y="363656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53312" y="356616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예시: 효리 PICK.</a:t>
            </a:r>
            <a:endParaRPr lang="en-US" sz="1280"/>
          </a:p>
        </p:txBody>
      </p:sp>
      <p:sp>
        <p:nvSpPr>
          <p:cNvPr id="17" name="Shape 15"/>
          <p:cNvSpPr/>
          <p:nvPr/>
        </p:nvSpPr>
        <p:spPr>
          <a:xfrm>
            <a:off x="1152144" y="402976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53312" y="395935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설명: 아래 문구 그대로 입력.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1115568" y="4626864"/>
            <a:ext cx="4160520" cy="41148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316736" y="4764024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118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⬇️ 제품 번호를 검색해 주세요 ⬇️</a:t>
            </a:r>
            <a:endParaRPr lang="en-US" sz="1180"/>
          </a:p>
        </p:txBody>
      </p:sp>
      <p:sp>
        <p:nvSpPr>
          <p:cNvPr id="21" name="Shape 19"/>
          <p:cNvSpPr/>
          <p:nvPr/>
        </p:nvSpPr>
        <p:spPr>
          <a:xfrm>
            <a:off x="7360920" y="1691640"/>
            <a:ext cx="2514600" cy="48920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2" name="Image 0" descr="/mnt/data/a5507975-6cef-446b-bb37-c4f1a9b9ec4c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15683" y="1764792"/>
            <a:ext cx="2005073" cy="4745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05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3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스타일을 자유롭게 설정합니다.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계정 분위기에 맞게 테마, 배경, 폰트를 선택합니다.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8992" y="233172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40304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설정 항목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1152144" y="2895905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3312" y="28254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테마를 선택합니다.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1152144" y="3289097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53312" y="32186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배경을 선택합니다.</a:t>
            </a:r>
            <a:endParaRPr lang="en-US" sz="1280"/>
          </a:p>
        </p:txBody>
      </p:sp>
      <p:sp>
        <p:nvSpPr>
          <p:cNvPr id="15" name="Shape 13"/>
          <p:cNvSpPr/>
          <p:nvPr/>
        </p:nvSpPr>
        <p:spPr>
          <a:xfrm>
            <a:off x="1152144" y="368228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53312" y="36118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폰트를 선택합니다.</a:t>
            </a:r>
            <a:endParaRPr lang="en-US" sz="1280"/>
          </a:p>
        </p:txBody>
      </p:sp>
      <p:sp>
        <p:nvSpPr>
          <p:cNvPr id="17" name="Shape 15"/>
          <p:cNvSpPr/>
          <p:nvPr/>
        </p:nvSpPr>
        <p:spPr>
          <a:xfrm>
            <a:off x="1152144" y="407548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53312" y="40050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글씨색과 배경색을 맞춥니다.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7132320" y="1874520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0" name="Image 0" descr="/mnt/data/9fed7b38-cbf3-44de-b75a-625be08c4a19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29909" y="1947672"/>
            <a:ext cx="2285182" cy="373989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정답 디자인은 없습니다. 깔끔하고 보기 좋은 스타일이면 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06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4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블록 디자인을 설정합니다.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블록 모양과 그림자, 정렬은 보기 좋은 형태로 맞춥니다.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8992" y="233172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40304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블록 설정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1152144" y="289590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3312" y="28254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블록 모양을 선택합니다.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1152144" y="3289097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53312" y="32186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그림자는 자연스럽게 설정합니다.</a:t>
            </a:r>
            <a:endParaRPr lang="en-US" sz="1280"/>
          </a:p>
        </p:txBody>
      </p:sp>
      <p:sp>
        <p:nvSpPr>
          <p:cNvPr id="15" name="Shape 13"/>
          <p:cNvSpPr/>
          <p:nvPr/>
        </p:nvSpPr>
        <p:spPr>
          <a:xfrm>
            <a:off x="1152144" y="3682289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53312" y="36118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정렬은 가운데 기준으로 맞춥니다.</a:t>
            </a:r>
            <a:endParaRPr lang="en-US" sz="1280"/>
          </a:p>
        </p:txBody>
      </p:sp>
      <p:sp>
        <p:nvSpPr>
          <p:cNvPr id="17" name="Shape 15"/>
          <p:cNvSpPr/>
          <p:nvPr/>
        </p:nvSpPr>
        <p:spPr>
          <a:xfrm>
            <a:off x="1152144" y="4075481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53312" y="40050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애니메이션은 없어도 됩니다.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6995160" y="1828800"/>
            <a:ext cx="3063240" cy="37033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20" name="Image 0" descr="/mnt/data/ae0cfbc9-4551-449d-9c81-4912d08a4691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62064" y="1901952"/>
            <a:ext cx="2729433" cy="355701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기능보다 프로필 링크 페이지가 깔끔하게 보이는 것이 중요합니다.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07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5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한줄 공지와 기능을 설정합니다.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1주차는 쿠팡파트너스 문구만 넣으면 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04672" y="196596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78992" y="22402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136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 파트너스 활동의 일환으로,</a:t>
            </a:r>
            <a:endParaRPr lang="en-US" sz="1360" b="1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 algn="ctr">
              <a:buNone/>
              <a:defRPr/>
            </a:pPr>
            <a:r>
              <a:rPr lang="en-US" sz="136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이에 따른 일정액의 수수료를 제공받습니다.</a:t>
            </a:r>
            <a:endParaRPr lang="en-US" sz="1360"/>
          </a:p>
        </p:txBody>
      </p:sp>
      <p:sp>
        <p:nvSpPr>
          <p:cNvPr id="10" name="Shape 8"/>
          <p:cNvSpPr/>
          <p:nvPr/>
        </p:nvSpPr>
        <p:spPr>
          <a:xfrm>
            <a:off x="896112" y="3407969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글씨색과 배경색은 자유롭게 설정합니다.</a:t>
            </a:r>
            <a:endParaRPr lang="en-US" sz="1420"/>
          </a:p>
        </p:txBody>
      </p:sp>
      <p:sp>
        <p:nvSpPr>
          <p:cNvPr id="12" name="Shape 10"/>
          <p:cNvSpPr/>
          <p:nvPr/>
        </p:nvSpPr>
        <p:spPr>
          <a:xfrm>
            <a:off x="896112" y="3801161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37307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비즈니스 제안 기능을 활성화합니다.</a:t>
            </a:r>
            <a:endParaRPr lang="en-US" sz="1420"/>
          </a:p>
        </p:txBody>
      </p:sp>
      <p:sp>
        <p:nvSpPr>
          <p:cNvPr id="14" name="Shape 12"/>
          <p:cNvSpPr/>
          <p:nvPr/>
        </p:nvSpPr>
        <p:spPr>
          <a:xfrm>
            <a:off x="896112" y="4194353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97280" y="41239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검색 기능을 활성화합니다.</a:t>
            </a:r>
            <a:endParaRPr lang="en-US" sz="1420"/>
          </a:p>
        </p:txBody>
      </p:sp>
      <p:sp>
        <p:nvSpPr>
          <p:cNvPr id="16" name="Shape 14"/>
          <p:cNvSpPr/>
          <p:nvPr/>
        </p:nvSpPr>
        <p:spPr>
          <a:xfrm>
            <a:off x="7315200" y="1847088"/>
            <a:ext cx="2606040" cy="3913632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7" name="Image 0" descr="/mnt/data/94d7fef8-afa6-4f9f-bb71-1f92b6020c0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588091" y="1920240"/>
            <a:ext cx="2060258" cy="37673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00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추후 다른 수익화 채널을 추가하면 공지 문구 앞부분만 함께 추가합니다.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6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인포크 링크를 복사합니다.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홈으로 돌아가 프로필 상단의 링크를 확인합니다.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68680" y="231068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240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상단의 링크를 확인합니다.</a:t>
            </a:r>
            <a:endParaRPr lang="en-US" sz="1460" dirty="0"/>
          </a:p>
        </p:txBody>
      </p:sp>
      <p:sp>
        <p:nvSpPr>
          <p:cNvPr id="10" name="Shape 8"/>
          <p:cNvSpPr/>
          <p:nvPr/>
        </p:nvSpPr>
        <p:spPr>
          <a:xfrm>
            <a:off x="868680" y="270388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6334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링크를 복사해둡니다.</a:t>
            </a:r>
            <a:endParaRPr lang="en-US" sz="1460" dirty="0"/>
          </a:p>
        </p:txBody>
      </p:sp>
      <p:sp>
        <p:nvSpPr>
          <p:cNvPr id="12" name="Shape 10"/>
          <p:cNvSpPr/>
          <p:nvPr/>
        </p:nvSpPr>
        <p:spPr>
          <a:xfrm>
            <a:off x="868680" y="3097073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26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링크를 쿠팡파트너스와 토스쉐어링크에 등록합니다.</a:t>
            </a:r>
            <a:endParaRPr lang="en-US" sz="1460" dirty="0"/>
          </a:p>
        </p:txBody>
      </p:sp>
      <p:sp>
        <p:nvSpPr>
          <p:cNvPr id="14" name="Shape 12"/>
          <p:cNvSpPr/>
          <p:nvPr/>
        </p:nvSpPr>
        <p:spPr>
          <a:xfrm>
            <a:off x="5715000" y="2331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5" name="Image 0" descr="/mnt/data/56654b1a-343d-4c76-bb93-9c71a00509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463" y="2404872"/>
            <a:ext cx="3917994" cy="127101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715000" y="425196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4462272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예시: link.inpock.co.kr/hyori_log92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7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쿠팡파트너스에 인포크 링크를 등록합니다.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정보 관리에서 활동 채널 주소로 추가합니다.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68680" y="212780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57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쿠팡파트너스에 로그인합니다.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52100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4505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정보 관리로 이동합니다.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914193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437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웹사이트 목록에 인포크 링크를 입력합니다.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307385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2369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추가하기 버튼을 눌러 등록합니다.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23560" y="192024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7" name="Image 0" descr="/mnt/data/4ecb9edf-43b6-4764-8cbb-a06a075603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2373577"/>
            <a:ext cx="5294376" cy="188224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645920" y="5669280"/>
            <a:ext cx="87782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55648" y="5751576"/>
            <a:ext cx="85587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등록하지 않은 채널에서 광고 활동을 하면 문제가 될 수 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8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공정위 문구 캡처본을 업로드합니다.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인포크 상단 공지 문구가 보이도록 캡처합니다.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68680" y="2127809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0574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인포크 상단 공지 문구를 캡처합니다.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868680" y="2521001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4505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캡처 이미지를 쿠팡파트너스에 업로드합니다.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868680" y="2914193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437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체크박스를 클릭합니다.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868680" y="330738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2369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마지막으로 저장합니다.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532120" y="1691640"/>
            <a:ext cx="2423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7" name="Image 0" descr="/mnt/data/2ad36f07-b030-428a-98ce-fec737f7d6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824180"/>
            <a:ext cx="2276856" cy="13351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257800" y="3611880"/>
            <a:ext cx="5897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9" name="Image 1" descr="/mnt/data/911d6fd1-7f65-4a7c-b8aa-c994f4cbd1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674" y="3685032"/>
            <a:ext cx="4248131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9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토스쉐어링크에도 링크를 등록합니다.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정보의 활동 정보에 인포크 링크를 추가합니다.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68680" y="2173529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1031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토스쉐어링크에 로그인합니다.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868680" y="2566721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49631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정보로 이동합니다.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868680" y="2959913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95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 정보에 인포크 링크를 추가합니다.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868680" y="3353105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28269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쿠팡과 토스 모두 같은 인포크 링크로 정리합니다.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669280" y="192024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pic>
        <p:nvPicPr>
          <p:cNvPr id="17" name="Image 0" descr="/mnt/data/b8feb441-d163-41d4-a09a-62af6291a7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2363313"/>
            <a:ext cx="5294376" cy="217709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여기까지 완료하면 수익화 채널 기본 등록이 끝납니다.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10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추천탭을 확인합니다.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인지작업 이후 추천되는 콘텐츠 방향을 점검합니다.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5029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확인할 것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52144" y="2987345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91693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 8 키워드와 관련된 글이 보이는지 확인합니다.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152144" y="3380537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31012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방향이 부족하면 일부 키워드를 다시 검색합니다.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152144" y="377372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370332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좋아요와 댓글 개수를 더 채우는 것이 목적은 아닙니다.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400800" y="2148840"/>
            <a:ext cx="4389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기준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9984" y="298734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291693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검색합니다.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729984" y="3380537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3101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콘텐츠를 봅니다.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729984" y="3773729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37033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추천탭을 확인합니다.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729984" y="4166921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40965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필요하면 다시 검색합니다.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계정이 어떤 관심사를 가진 계정인지 흐름을 확인하는 단계입니다.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13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11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Threads 소개글만 세팅합니다.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Instagram에서 세팅한 이름, ID, 프로필 이미지는 그대로 유지합니다.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754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899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적용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1152144" y="2987345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3312" y="29169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Threads 소개글만 하입덕 추천 문구로 세팅합니다.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1152144" y="3380537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53312" y="331012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이름, ID, 프로필 이미지는 기존 상태로 둡니다.</a:t>
            </a:r>
            <a:endParaRPr lang="en-US" sz="1280"/>
          </a:p>
        </p:txBody>
      </p:sp>
      <p:sp>
        <p:nvSpPr>
          <p:cNvPr id="16" name="Text 14"/>
          <p:cNvSpPr/>
          <p:nvPr/>
        </p:nvSpPr>
        <p:spPr>
          <a:xfrm>
            <a:off x="1353312" y="37033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endParaRPr lang="en-US" sz="128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45720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74827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4827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아직 금지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6821424" y="2987345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022592" y="29169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링크 등록하지 않기.</a:t>
            </a:r>
            <a:endParaRPr lang="en-US" sz="1280"/>
          </a:p>
        </p:txBody>
      </p:sp>
      <p:sp>
        <p:nvSpPr>
          <p:cNvPr id="22" name="Shape 20"/>
          <p:cNvSpPr/>
          <p:nvPr/>
        </p:nvSpPr>
        <p:spPr>
          <a:xfrm>
            <a:off x="6821424" y="3380537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022592" y="33101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쿠팡·토스 링크 등록하지 않기.</a:t>
            </a:r>
            <a:endParaRPr lang="en-US" sz="1280"/>
          </a:p>
        </p:txBody>
      </p:sp>
      <p:sp>
        <p:nvSpPr>
          <p:cNvPr id="24" name="Shape 22"/>
          <p:cNvSpPr/>
          <p:nvPr/>
        </p:nvSpPr>
        <p:spPr>
          <a:xfrm>
            <a:off x="6821424" y="3773729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22592" y="37033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상품 홍보 문구 넣지 않기.</a:t>
            </a:r>
            <a:endParaRPr lang="en-US" sz="1280"/>
          </a:p>
        </p:txBody>
      </p:sp>
      <p:sp>
        <p:nvSpPr>
          <p:cNvPr id="26" name="Shape 24"/>
          <p:cNvSpPr/>
          <p:nvPr/>
        </p:nvSpPr>
        <p:spPr>
          <a:xfrm>
            <a:off x="6821424" y="4166921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022592" y="409651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직접적인 판매 문구 넣지 않기.</a:t>
            </a:r>
            <a:endParaRPr lang="en-US" sz="1280"/>
          </a:p>
        </p:txBody>
      </p:sp>
      <p:sp>
        <p:nvSpPr>
          <p:cNvPr id="28" name="Shape 26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7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인포크 페이지는 완성했지만 Threads 프로필에는 아직 연결하지 않습니다.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12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하입덕 일상글을 그대로 업로드합니다.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페르소나 세팅에서 생성된 일상글 10개 중 하나를 선택합니다.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0749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33172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40304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 기준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52144" y="2895905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82549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수강생의 주관적인 표현을 추가하지 않습니다.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152144" y="3289097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2186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하입덕에서 생성된 문구를 그대로 복사합니다.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152144" y="368228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361188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목적은 판매가 아니라 자연스러운 계정 시작입니다.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4572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233172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40304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 말 것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9984" y="2895905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28254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스하리·스팔·맞팔 요청.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729984" y="3289097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32186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팔로우·댓글 요청.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729984" y="3682289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36118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삽입.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729984" y="4075481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40050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상품 홍보.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729984" y="4468673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43982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특가·할인·부업·수익화 언급.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게시물은 정보가 아니라 자연스러운 생활 계정의 시작점으로 봅니다.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13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댓글은 자연스럽게만 소통합니다.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댓글이 달리면 실제 사람이 쓰는 것처럼 편하게 반응합니다.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8463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흐름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52144" y="2987345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91693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대화가 자연스럽게 이어지는 댓글에 답합니다.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152144" y="3380537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31012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상대가 남긴 내용을 보고 짧게 주고받습니다.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152144" y="3773729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37033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댓글에 반드시 답할 필요는 없습니다.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46634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827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피할 행동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21424" y="2987345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291693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댓글 수를 늘리려고 억지로 답하지 않기.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821424" y="3380537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33101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문구를 반복하지 않기.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821424" y="3773729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70332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소통 작업처럼 보이게 하지 않기.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34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답글 개수가 아니라 자연스러운 계정 활동입니다.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560" dirty="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5D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14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3~4시간 간격으로 추가 업로드합니다.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하입덕 일상글을 한 번에 몰아서 올리지 않습니다.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493776" cy="493776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35224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00200" y="3035808"/>
            <a:ext cx="173736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788920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935224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69080" y="3035808"/>
            <a:ext cx="173736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788920"/>
            <a:ext cx="493776" cy="493776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935224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3035808"/>
            <a:ext cx="173736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788920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935224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4381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일상글 1개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3035808" y="3438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3~4시간 후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532120" y="34381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일상글 1개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092440" y="34381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진행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1097280" y="473384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8448" y="4663440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 일상글도 하입덕에서 생성된 문구 그대로 사용합니다.</a:t>
            </a:r>
            <a:endParaRPr lang="en-US" sz="1470" dirty="0"/>
          </a:p>
        </p:txBody>
      </p:sp>
      <p:sp>
        <p:nvSpPr>
          <p:cNvPr id="25" name="Shape 23"/>
          <p:cNvSpPr/>
          <p:nvPr/>
        </p:nvSpPr>
        <p:spPr>
          <a:xfrm>
            <a:off x="1097280" y="512704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5056632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시간에 여러 글을 몰아서 올리지 않습니다.</a:t>
            </a:r>
            <a:endParaRPr lang="en-US" sz="1470" dirty="0"/>
          </a:p>
        </p:txBody>
      </p:sp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7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17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15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조회수 패턴을 확인합니다.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게시물 하나만 보고 판단하지 말고, 여러 글의 흐름을 봅니다.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899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정상 진행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1152144" y="2987345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53312" y="29169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게시물별 조회수를 확인합니다.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1152144" y="3380537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53312" y="33101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조회수가 정상적으로 나오면 그대로 이어갑니다.</a:t>
            </a:r>
            <a:endParaRPr lang="en-US" sz="1280"/>
          </a:p>
        </p:txBody>
      </p:sp>
      <p:sp>
        <p:nvSpPr>
          <p:cNvPr id="15" name="Shape 13"/>
          <p:cNvSpPr/>
          <p:nvPr/>
        </p:nvSpPr>
        <p:spPr>
          <a:xfrm>
            <a:off x="1152144" y="3773729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353312" y="37033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댓글은 자연스럽게만 반응합니다.</a:t>
            </a:r>
            <a:endParaRPr lang="en-US" sz="1280"/>
          </a:p>
        </p:txBody>
      </p:sp>
      <p:sp>
        <p:nvSpPr>
          <p:cNvPr id="17" name="Shape 15"/>
          <p:cNvSpPr/>
          <p:nvPr/>
        </p:nvSpPr>
        <p:spPr>
          <a:xfrm>
            <a:off x="6492240" y="2148840"/>
            <a:ext cx="46177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748272" y="24231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48272" y="2494483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강사 공유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6821424" y="2987345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022592" y="29169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ko-KR" alt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첫</a:t>
            </a: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글이 </a:t>
            </a:r>
            <a:r>
              <a:rPr lang="ko-KR" alt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조회수 </a:t>
            </a: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1~10회 수준이면 공유합니다.</a:t>
            </a:r>
            <a:endParaRPr lang="en-US" sz="128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821424" y="3380537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022592" y="33101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인지작업과 활동 패턴을 점검받습니다.</a:t>
            </a:r>
            <a:endParaRPr lang="en-US" sz="1280"/>
          </a:p>
        </p:txBody>
      </p:sp>
      <p:sp>
        <p:nvSpPr>
          <p:cNvPr id="24" name="Shape 22"/>
          <p:cNvSpPr/>
          <p:nvPr/>
        </p:nvSpPr>
        <p:spPr>
          <a:xfrm>
            <a:off x="6821424" y="3773729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22592" y="37033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혼자 계속 밀어붙이지 않습니다.</a:t>
            </a:r>
            <a:endParaRPr lang="en-US" sz="1280"/>
          </a:p>
        </p:txBody>
      </p:sp>
      <p:sp>
        <p:nvSpPr>
          <p:cNvPr id="26" name="Shape 24"/>
          <p:cNvSpPr/>
          <p:nvPr/>
        </p:nvSpPr>
        <p:spPr>
          <a:xfrm>
            <a:off x="1234440" y="58704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344168" y="5952744"/>
            <a:ext cx="947318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7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1~10회 반복은 강의 내부 운영 기준입니다. 강사 피드백 후 다음 전략을 진행합니다.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8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420624" y="329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11484864" y="32918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72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18</a:t>
            </a:r>
            <a:endParaRPr lang="en-US" sz="720"/>
          </a:p>
        </p:txBody>
      </p:sp>
      <p:sp>
        <p:nvSpPr>
          <p:cNvPr id="5" name="Text 3"/>
          <p:cNvSpPr/>
          <p:nvPr/>
        </p:nvSpPr>
        <p:spPr>
          <a:xfrm>
            <a:off x="713232" y="804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4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DAY 3 완료 체크리스트</a:t>
            </a:r>
            <a:endParaRPr lang="en-US" sz="1040"/>
          </a:p>
        </p:txBody>
      </p:sp>
      <p:sp>
        <p:nvSpPr>
          <p:cNvPr id="6" name="Text 4"/>
          <p:cNvSpPr/>
          <p:nvPr/>
        </p:nvSpPr>
        <p:spPr>
          <a:xfrm>
            <a:off x="713232" y="106070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sz="21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아래 항목이 끝났다면 3일차 세팅이 완료된 상태입니다.</a:t>
            </a:r>
            <a:endParaRPr lang="en-US" sz="215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6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빠진 항목이 있는지 마지막으로 확인합니다.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594360" y="1993392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50392" y="226771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50392" y="2339035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인포크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923544" y="2831897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24712" y="27614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프로필·타이틀·설명.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923544" y="3225089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24712" y="31546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스타일·블록 설정.</a:t>
            </a:r>
            <a:endParaRPr lang="en-US" sz="1280"/>
          </a:p>
        </p:txBody>
      </p:sp>
      <p:sp>
        <p:nvSpPr>
          <p:cNvPr id="15" name="Shape 13"/>
          <p:cNvSpPr/>
          <p:nvPr/>
        </p:nvSpPr>
        <p:spPr>
          <a:xfrm>
            <a:off x="923544" y="3618281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24712" y="3547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공지 문구 등록.</a:t>
            </a:r>
            <a:endParaRPr lang="en-US" sz="1280"/>
          </a:p>
        </p:txBody>
      </p:sp>
      <p:sp>
        <p:nvSpPr>
          <p:cNvPr id="17" name="Shape 15"/>
          <p:cNvSpPr/>
          <p:nvPr/>
        </p:nvSpPr>
        <p:spPr>
          <a:xfrm>
            <a:off x="923544" y="4011473"/>
            <a:ext cx="64008" cy="64008"/>
          </a:xfrm>
          <a:prstGeom prst="ellipse">
            <a:avLst/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124712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링크 복사.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3429000" y="1993392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85032" y="226771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85032" y="2339035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채널 등록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3758184" y="2831897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959352" y="27614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 활동 채널 등록.</a:t>
            </a:r>
            <a:endParaRPr lang="en-US" sz="1280"/>
          </a:p>
        </p:txBody>
      </p:sp>
      <p:sp>
        <p:nvSpPr>
          <p:cNvPr id="24" name="Shape 22"/>
          <p:cNvSpPr/>
          <p:nvPr/>
        </p:nvSpPr>
        <p:spPr>
          <a:xfrm>
            <a:off x="3758184" y="3225089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959352" y="31546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문구 캡처 업로드.</a:t>
            </a:r>
            <a:endParaRPr lang="en-US" sz="1280"/>
          </a:p>
        </p:txBody>
      </p:sp>
      <p:sp>
        <p:nvSpPr>
          <p:cNvPr id="26" name="Shape 24"/>
          <p:cNvSpPr/>
          <p:nvPr/>
        </p:nvSpPr>
        <p:spPr>
          <a:xfrm>
            <a:off x="3758184" y="3618281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959352" y="3547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체크박스 확인 후 저장.</a:t>
            </a:r>
            <a:endParaRPr lang="en-US" sz="1280"/>
          </a:p>
        </p:txBody>
      </p:sp>
      <p:sp>
        <p:nvSpPr>
          <p:cNvPr id="28" name="Shape 26"/>
          <p:cNvSpPr/>
          <p:nvPr/>
        </p:nvSpPr>
        <p:spPr>
          <a:xfrm>
            <a:off x="3758184" y="4011473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959352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토스 활동정보 등록.</a:t>
            </a:r>
            <a:endParaRPr lang="en-US" sz="1280"/>
          </a:p>
        </p:txBody>
      </p:sp>
      <p:sp>
        <p:nvSpPr>
          <p:cNvPr id="30" name="Shape 28"/>
          <p:cNvSpPr/>
          <p:nvPr/>
        </p:nvSpPr>
        <p:spPr>
          <a:xfrm>
            <a:off x="6263640" y="1993392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519672" y="226771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19672" y="2339035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Threads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6592824" y="2831897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793992" y="27614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추천탭 변화 확인.</a:t>
            </a:r>
            <a:endParaRPr lang="en-US" sz="1280"/>
          </a:p>
        </p:txBody>
      </p:sp>
      <p:sp>
        <p:nvSpPr>
          <p:cNvPr id="35" name="Shape 33"/>
          <p:cNvSpPr/>
          <p:nvPr/>
        </p:nvSpPr>
        <p:spPr>
          <a:xfrm>
            <a:off x="6592824" y="3225089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793992" y="31546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소개글만 세팅.</a:t>
            </a:r>
            <a:endParaRPr lang="en-US" sz="1280"/>
          </a:p>
        </p:txBody>
      </p:sp>
      <p:sp>
        <p:nvSpPr>
          <p:cNvPr id="37" name="Shape 35"/>
          <p:cNvSpPr/>
          <p:nvPr/>
        </p:nvSpPr>
        <p:spPr>
          <a:xfrm>
            <a:off x="6592824" y="3618281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793992" y="3547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인포크 링크 미등록.</a:t>
            </a:r>
            <a:endParaRPr lang="en-US" sz="1280"/>
          </a:p>
        </p:txBody>
      </p:sp>
      <p:sp>
        <p:nvSpPr>
          <p:cNvPr id="39" name="Shape 37"/>
          <p:cNvSpPr/>
          <p:nvPr/>
        </p:nvSpPr>
        <p:spPr>
          <a:xfrm>
            <a:off x="6592824" y="4011473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793992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이름·ID·이미지 유지.</a:t>
            </a:r>
            <a:endParaRPr lang="en-US" sz="1280"/>
          </a:p>
        </p:txBody>
      </p:sp>
      <p:sp>
        <p:nvSpPr>
          <p:cNvPr id="41" name="Shape 39"/>
          <p:cNvSpPr/>
          <p:nvPr/>
        </p:nvSpPr>
        <p:spPr>
          <a:xfrm>
            <a:off x="9098280" y="1993392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354312" y="2267712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354312" y="2339035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일상글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9427464" y="2831897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9628632" y="27614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하입덕 문구 그대로.</a:t>
            </a:r>
            <a:endParaRPr lang="en-US" sz="1280"/>
          </a:p>
        </p:txBody>
      </p:sp>
      <p:sp>
        <p:nvSpPr>
          <p:cNvPr id="46" name="Shape 44"/>
          <p:cNvSpPr/>
          <p:nvPr/>
        </p:nvSpPr>
        <p:spPr>
          <a:xfrm>
            <a:off x="9427464" y="3225089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628632" y="31546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3~4시간 간격 업로드.</a:t>
            </a:r>
            <a:endParaRPr lang="en-US" sz="1280"/>
          </a:p>
        </p:txBody>
      </p:sp>
      <p:sp>
        <p:nvSpPr>
          <p:cNvPr id="48" name="Shape 46"/>
          <p:cNvSpPr/>
          <p:nvPr/>
        </p:nvSpPr>
        <p:spPr>
          <a:xfrm>
            <a:off x="9427464" y="3618281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628632" y="3547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스하리·스팔 금지.</a:t>
            </a:r>
            <a:endParaRPr lang="en-US" sz="1280"/>
          </a:p>
        </p:txBody>
      </p:sp>
      <p:sp>
        <p:nvSpPr>
          <p:cNvPr id="50" name="Shape 48"/>
          <p:cNvSpPr/>
          <p:nvPr/>
        </p:nvSpPr>
        <p:spPr>
          <a:xfrm>
            <a:off x="9427464" y="4011473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9628632" y="39410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ko-KR" alt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조회수 </a:t>
            </a: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1~10 </a:t>
            </a:r>
            <a:r>
              <a:rPr lang="ko-KR" alt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발생 시 </a:t>
            </a:r>
            <a:r>
              <a:rPr lang="en-US" sz="12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공유.</a:t>
            </a:r>
            <a:endParaRPr lang="en-US" sz="128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645920" y="5897880"/>
            <a:ext cx="8869680" cy="2743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755648" y="5980176"/>
            <a:ext cx="8650224" cy="7315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77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DAY 3 완료: 링크 기반 세팅 후 자연스러운 일상글 운영을 시작합니다.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9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560"/>
          </a:p>
        </p:txBody>
      </p:sp>
      <p:sp>
        <p:nvSpPr>
          <p:cNvPr id="3" name="Text 1"/>
          <p:cNvSpPr/>
          <p:nvPr/>
        </p:nvSpPr>
        <p:spPr>
          <a:xfrm>
            <a:off x="713232" y="7315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720" b="1">
                <a:solidFill>
                  <a:srgbClr val="6d5df6"/>
                </a:solidFill>
                <a:latin typeface="Noto Sans CJK KR"/>
                <a:ea typeface="Noto Sans CJK KR"/>
                <a:cs typeface="Noto Sans CJK KR"/>
              </a:rPr>
              <a:t>DAY 3 COMPLETE</a:t>
            </a:r>
            <a:endParaRPr lang="en-US" sz="720"/>
          </a:p>
        </p:txBody>
      </p:sp>
      <p:sp>
        <p:nvSpPr>
          <p:cNvPr id="4" name="Text 2"/>
          <p:cNvSpPr/>
          <p:nvPr/>
        </p:nvSpPr>
        <p:spPr>
          <a:xfrm>
            <a:off x="713232" y="18470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세팅 준비 완료를 축하합니다.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713232" y="25054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이제 강의에서는 진짜 수익화하는 방법을 제대로 배워보겠습니다.</a:t>
            </a:r>
            <a:endParaRPr lang="en-US" sz="1420"/>
          </a:p>
        </p:txBody>
      </p:sp>
      <p:sp>
        <p:nvSpPr>
          <p:cNvPr id="6" name="Shape 4"/>
          <p:cNvSpPr/>
          <p:nvPr/>
        </p:nvSpPr>
        <p:spPr>
          <a:xfrm>
            <a:off x="1188720" y="3840480"/>
            <a:ext cx="9784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08760" y="4237482"/>
            <a:ext cx="9144000" cy="12801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10000"/>
          </a:bodyPr>
          <a:lstStyle/>
          <a:p>
            <a:pPr marL="0" indent="0" algn="ctr">
              <a:buNone/>
              <a:defRPr/>
            </a:pPr>
            <a:r>
              <a:rPr lang="en-US" sz="11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준비된 계정과 세팅된 링크를 바탕으로, 다음 단계부터는 실전 수익화 구조를 만들어갑니다.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4434840" y="5376672"/>
            <a:ext cx="3337560" cy="256032"/>
          </a:xfrm>
          <a:prstGeom prst="roundRect">
            <a:avLst>
              <a:gd name="adj" fmla="val 28571"/>
            </a:avLst>
          </a:prstGeom>
          <a:solidFill>
            <a:srgbClr val="6d5df6"/>
          </a:solidFill>
          <a:ln w="1270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434840" y="5447995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강의에서는 수익화를 시작합니다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 rot="1500000">
            <a:off x="9436608" y="713232"/>
            <a:ext cx="1463040" cy="1463040"/>
          </a:xfrm>
          <a:prstGeom prst="arc">
            <a:avLst>
              <a:gd name="adj1" fmla="val 16200000"/>
              <a:gd name="adj2" fmla="val 0"/>
            </a:avLst>
          </a:prstGeom>
          <a:noFill/>
          <a:ln w="22860">
            <a:solidFill>
              <a:srgbClr val="6d5d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915</ep:Words>
  <ep:PresentationFormat>On-screen Show (16:9)</ep:PresentationFormat>
  <ep:Paragraphs>254</ep:Paragraphs>
  <ep:Slides>19</ep:Slides>
  <ep:Notes>19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2026-09-08T17:37:26.000</dcterms:created>
  <dc:creator>OpenAI</dc:creator>
  <cp:lastModifiedBy>bliss</cp:lastModifiedBy>
  <dcterms:modified xsi:type="dcterms:W3CDTF">2026-09-08T18:00:14.367</dcterms:modified>
  <cp:revision>2</cp:revision>
  <dc:subject>Threads Affiliate DAY 3 Guide</dc:subject>
  <dc:title>Threads Affiliate DAY 3 인포크 세팅과 일상글 운영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