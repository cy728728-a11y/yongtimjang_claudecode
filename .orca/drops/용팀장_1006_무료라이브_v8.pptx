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3" r:id="rId55"/>
    <p:sldId id="304" r:id="rId56"/>
    <p:sldId id="302" r:id="rId54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오프닝 | 1~2분]</a:t>
            </a:r>
          </a:p>
          <a:p>
            <a:r>
              <a:t>안녕하세요, 용팀장입니다. </a:t>
            </a:r>
          </a:p>
          <a:p>
            <a:r>
              <a:t>식사들은 하셨나요? </a:t>
            </a:r>
          </a:p>
          <a:p>
            <a:r>
              <a:t>오늘 주제는 AI 입니다.</a:t>
            </a:r>
          </a:p>
          <a:p>
            <a:r>
              <a:t>AI를 우리가 어디까지 접목해서 셀링을 할 수 있는지</a:t>
            </a:r>
          </a:p>
          <a:p>
            <a:r>
              <a:t>제가 사용하고 있는걸 보여드리고,</a:t>
            </a:r>
          </a:p>
          <a:p>
            <a:r>
              <a:t>앞으로의 가능성에 대해 말씀드리는 시간을 가져보도록</a:t>
            </a:r>
          </a:p>
          <a:p>
            <a:r>
              <a:t>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 혜택 | 1분 — 끝까지 붙잡기]</a:t>
            </a:r>
          </a:p>
          <a:p>
            <a:r>
              <a:t>오늘도 끝까지 남아 주시는 분들께 전원 드리는 게 있어요. 제가 실제로 쓰는 자료 5가지입니다. AI 직원 생성 가이드, 상세페이지 제작 지침 적용, 스마트스토어 광고 전략 점검, 썸네일 변경 프롬프트, 해외 배송비 측정까지요. 비밀번호는 라이브 마지막에 알려드립니다.</a:t>
            </a:r>
          </a:p>
          <a:p>
            <a:r>
              <a:t>그리고 채팅으로 적극 참여해 주신 3분께는 제가 직접 마켓 점검 해드릴게요. 9/28 때 이해 안 되셨던 부분도 채팅으로 바로 질문 주세요.</a:t>
            </a:r>
          </a:p>
          <a:p/>
          <a:p>
            <a:r>
              <a:t>(채팅에 상담 링크 올리고 상단 고정: https://forms.gle/xefiFa71QpPv6qPx5 — "실전반 궁금하신 분은 부담 없이 1:1 상담 신청서 남겨주세요. 화면 오른쪽 아래 QR도 같은 거예요")</a:t>
            </a:r>
          </a:p>
          <a:p>
            <a:r>
              <a:t>★후킹(V7) 혜택 소개 끝에 (오늘 신청 혜택이 확정된 경우에만): "그리고 4기 신청하시는 분께만 드리는 게 하나 더 있는데, 그건 마지막에 공개할게요."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[소개 | 30초 — 길게 하지 않기]</a:t>
            </a:r>
          </a:p>
          <a:p>
            <a:r>
              <a:t>처음 오신 분들 위해 30초만요. 스마트스토어 한 곳만 운영하는 구매대행 셀러고요, 은행 16년 다니면서 퇴근 후에 부업으로 시작했습니다. 그리고 9월 말에 퇴사했어요. 그 얘기는 다음 장에서 짧게 할게요.</a:t>
            </a:r>
          </a:p>
          <a:p>
            <a:r>
              <a:t>(채팅 유도: "직장 다니면서 부업 하시는 분 1, 육아하면서 하시는 분 2 남겨주세요" → "저랑 똑같은 분들 많으시네요")</a:t>
            </a:r>
          </a:p>
          <a:p>
            <a:r>
              <a:t>후킹: 같은 AI로 한 달 310만 원 나온 방식이 있고, 1,400만 원 나온 방식이 있어요. 그 차이가 뭔지 오늘 보여드릴게요. (답은 29장 테스트 성과)</a:t>
            </a:r>
          </a:p>
          <a:p>
            <a:r>
              <a:t>(부동산 투자 얘기는 질문 나오면 말로만)</a:t>
            </a:r>
          </a:p>
          <a:p>
            <a:r>
              <a:t>★채팅(V7) 310만 vs 1,400만 후킹 직후: "지금 스토어에 상품 몇 개 올라가 있는지 채팅에 숫자만 남겨주세요." → 이 숫자는 20장·29장·45장에서 다시 씀 (옆에서 닉네임+숫자 메모)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[퇴사 공감 | 2분 — 자랑 아니고 근거]</a:t>
            </a:r>
          </a:p>
          <a:p>
            <a:r>
              <a:t>저도 여러분이랑 똑같이 시작했어요. 은행 다니면서, 퇴근하고, 아이 재우고, 밤에 상품 올렸습니다. 상품명 하나 짓는 데 한참 걸려서 하루 몇 개가 한계였어요.</a:t>
            </a:r>
          </a:p>
          <a:p>
            <a:r>
              <a:t>그런데 그 반복 작업을 하나씩 AI 직원한테 넘기면서 상황이 바뀌었습니다. 저는 판단이랑 검수만 하고, 남는 시간은 가족이랑 써요.</a:t>
            </a:r>
          </a:p>
          <a:p>
            <a:r>
              <a:t>제가 회사를 나올 수 있었던 건 이 구조를 만들었기 때문이에요. 오늘은 그 구조를 보여드리는 날입니다.</a:t>
            </a:r>
          </a:p>
          <a:p>
            <a:r>
              <a:t>(수익 숫자는 말하지 않기 — 물어보면 조건 붙여서 말로만)</a:t>
            </a:r>
          </a:p>
          <a:p>
            <a:r>
              <a:t>★후킹(V7) 마지막 문장 뒤: "저는 이 구조 만드는 데 몇 개월 걸렸는데, 4기 분들은 3주 안에 세팅까지 하고 가시는 게 목표예요."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[9/28 복습 + 오늘의 문제 | 3분]</a:t>
            </a:r>
          </a:p>
          <a:p>
            <a:r>
              <a:t>지난 9/28에는 상위노출을 만드는 두 가지, 상품명이랑 광고를 보여드렸죠.</a:t>
            </a:r>
          </a:p>
          <a:p>
            <a:r>
              <a:t>제 방식은 상품 하나하나 SEO를 맞추는 거라 반자동·대량 등록보다 수동에 가깝습니다. 그래서 한 개 한 개는 잘 팔리는데, 약점이 하나 있어요. 많이 못 올립니다.</a:t>
            </a:r>
          </a:p>
          <a:p>
            <a:r>
              <a:t>그 약점을 어떻게 풀었냐. 그게 오늘 주제입니다.</a:t>
            </a:r>
          </a:p>
          <a:p>
            <a:r>
              <a:t>★채팅(V8 병합): "9/28에 이어서 오늘 두 번째 오신 분 '2번째', 그때 듣고 상품명 하나라도 바꿔보신 분은 '했다' 남겨주세요." → 닉네임 읽어주고 → "이분들 정말 진심이신 거예요. 그게 실전반 3주 동안 하는 일의 첫걸음이에요." ('2번째'·'했다' 닉네임은 이룸님 메모장 4기 후보 목록에)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이런걸 보는게 중요한 이유는, </a:t>
            </a:r>
          </a:p>
          <a:p>
            <a:r>
              <a:t>제일 중요한게 기획</a:t>
            </a:r>
          </a:p>
          <a:p>
            <a:r>
              <a:t>뭘 해야되는지 모르는 상태가 가장 안좋다</a:t>
            </a:r>
          </a:p>
          <a:p/>
          <a:p>
            <a:r>
              <a:t>해야되는걸 아는데 아직 못하겠다</a:t>
            </a:r>
          </a:p>
          <a:p>
            <a:r>
              <a:t>이건, 내가 성장하거나 AI가 발전하면 해결가능</a:t>
            </a:r>
          </a:p>
          <a:p/>
          <a:p>
            <a:r>
              <a:t>그래서 독고다이 보다 함께 하는 사람들이 성공할 확률 높음</a:t>
            </a:r>
          </a:p>
          <a:p>
            <a:r>
              <a:t>★(V8) 마무리 문장 — "함께" 씨앗 ①/3: "해야 할 걸 아는데 아직 못 하는 건, 같이 하면 금방 풀려요. 그 얘기는 마지막에 다시 할게요."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[0:12 PART 1 진입]</a:t>
            </a:r>
          </a:p>
          <a:p>
            <a:r>
              <a:t>챗GPT 써보신 분 많으시죠. 그런데 써보고 일이 확 줄었냐고 하면, 대부분 아니라고 하세요. </a:t>
            </a:r>
          </a:p>
          <a:p/>
          <a:p>
            <a:r>
              <a:t>그냥 신기하다. 대박이다. 좋다.</a:t>
            </a:r>
          </a:p>
          <a:p/>
          <a:p>
            <a:r>
              <a:t>그러나, 일의 양은?</a:t>
            </a:r>
          </a:p>
          <a:p>
            <a:r>
              <a:t>★채팅 투표(V8) "그러나, 일의 양은?" 다음에: "챗GPT 쓰고 나서 일이 확 줄어든 분 1, 신기하긴 한데 일은 그대로인 분 2 남겨주세요." → 2가 많으면: "2번 누르신 분들, 오늘 강의는 여러분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[챗GPT vs AI 에이전트 | 3분]</a:t>
            </a:r>
          </a:p>
          <a:p>
            <a:r>
              <a:t>챗GPT 같은 걸 전문 용어로 LLM이라고 하는데요, 이름은 몰라도 됩니다. 뇌만 있는 AI라고 생각하세요. "상품명 지어줘" 하면 답은 정말 잘 말해줘요. 그런데 그걸 복사해서 스마트스토어에 붙여넣는 건 결국 내가 합니다. 상품 100개면 100번이요.</a:t>
            </a:r>
          </a:p>
          <a:p>
            <a:r>
              <a:t>제가 쓰는 건 AI 에이전트예요. 뇌에 손발까지 달린 AI입니다. 똑같이 "상품명 지어줘" 하면 직접 지어서 스토어에 바꿔놔요. 저는 확인만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[라면 비유 | 3분]</a:t>
            </a:r>
          </a:p>
          <a:p>
            <a:r>
              <a:t>제일 쉬운 비유요. 챗GPT한테 "라면 끓이는 법 알려줘" 하면 진짜 잘 알려줘요. 물 550ml, 끓으면 면이랑 스프 넣고 4분 30초. 그런데 라면은 안 끓여주죠. 끓이는 건 결국 내가 합니다.</a:t>
            </a:r>
          </a:p>
          <a:p>
            <a:r>
              <a:t>제 AI 직원한테는 "라면 끓여줘" 해요. 그러면 첫째, 나 대신 냄비 꺼내고 물 올립니다. 둘째, 물이 많으면 따라내고 불 세기도 알아서 맞춰요. 셋째, 그릇에 담아서 식탁까지 가져다줍니다. 저는 먹기만 하면 돼요.</a:t>
            </a:r>
          </a:p>
          <a:p>
            <a:r>
              <a:t>상품명도 똑같아요. 방법을 알려주는 AI가 있고, 스토어에 직접 바꿔놓는 AI가 있습니다. 이따 화면으로 보여드릴게요.</a:t>
            </a:r>
          </a:p>
          <a:p>
            <a:r>
              <a:t>(정규반에서는 대리성·자율성·목표 지향성이라고 부르는데, 오늘은 '대신·알아서·끝까지' 세 마디만 기억하시면 됩니다)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[클로드 코드 | 3분]</a:t>
            </a:r>
          </a:p>
          <a:p>
            <a:r>
              <a:t>그럼 저는 어떤 AI 에이전트를 쓰냐. '클로드 코드'라는 걸 씁니다.</a:t>
            </a:r>
          </a:p>
          <a:p>
            <a:r>
              <a:t>일반 AI 채팅은 인터넷 창에서 대화하는 거예요. 물어보면 답만 하고, 제 컴퓨터나 스토어는 못 건드려요. 전화로 조언해주는 컨설턴트죠.</a:t>
            </a:r>
          </a:p>
          <a:p>
            <a:r>
              <a:t>클로드 코드는 제 컴퓨터 안에서 일합니다. 파일 만들고, 고치고, 실행하고, 불사자랑 구글시트까지 직접 들어가서 고쳐요. 막히면 스스로 고쳐서 다시 시도하고요. 제 사무실에 와서 일하는 직원입니다.</a:t>
            </a:r>
          </a:p>
          <a:p>
            <a:r>
              <a:t>이름이 어렵게 느껴지시면 그냥 'AI 직원'이라고 기억하세요. 오늘 강의에서도 계속 AI 직원이라고 부를게요.</a:t>
            </a:r>
          </a:p>
          <a:p>
            <a:r>
              <a:t>★후킹(V7) 마지막에: "이거 혼자 설치하다가 대부분 여기서 포기하세요. 4기는 OT 첫날 같이 깔고 시작합니다." (FAQ 1 씨앗)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[스킬 + MCP | 4분]</a:t>
            </a:r>
          </a:p>
          <a:p>
            <a:r>
              <a:t>새로 온 직원도 처음엔 아무것도 몰라요. 이 AI 직원을 일 잘하게 만드는 게 두 가지 있습니다.</a:t>
            </a:r>
          </a:p>
          <a:p>
            <a:r>
              <a:t>첫째, 매뉴얼. 영어로는 스킬이라고 해요. "이 일은 이 순서로 해"라고 적어둔 업무 설명서예요. 저는 카테고리 확인법, 상품명 짓는 순서, 옵션명 정리 규칙을 하나하나 적어서 줬어요. 한 번 적어두면 말 한 줄에 그 순서대로 합니다.</a:t>
            </a:r>
          </a:p>
          <a:p>
            <a:r>
              <a:t>둘째, 출입카드. 영어로는 MCP라고 해요. 회사 출입증처럼, 이 카드가 있으면 불사자나 구글시트 같은 다른 프로그램에 직접 들어가서 일할 수 있어요.</a:t>
            </a:r>
          </a:p>
          <a:p>
            <a:r>
              <a:t>예를 들어 카테고리 교정은, 매뉴얼로 순서를 알고, 불사자 출입카드로 들어가서 직접 바꿔놓는 거예요.</a:t>
            </a:r>
          </a:p>
          <a:p>
            <a:r>
              <a:t>이름은 안 외우셔도 돼요. 매뉴얼이랑 출입카드만 기억하세요. 그리고 이 매뉴얼은 파일이라서 통째로 다른 사람한테 줄 수 있어요. 이게 나중에 실전반 얘기랑 연결됩니다.</a:t>
            </a:r>
          </a:p>
          <a:p>
            <a:r>
              <a:t>★후킹: 신입 알바한테 주는 업무 매뉴얼이랑 똑같죠? 4기 수강생분들은 제 매뉴얼을 플러그인으로 그대로 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[과장 금지 | 2분]</a:t>
            </a:r>
          </a:p>
          <a:p>
            <a:r>
              <a:t>한 가지는 분명히 말씀드릴게요. AI가 전부 알아서 해서 돈 벌어다 주는 거 아닙니다.</a:t>
            </a:r>
          </a:p>
          <a:p>
            <a:r>
              <a:t>반복 작업은 AI가 하고, 판단은 제가 해요. 어떤 상품을 팔지, 결과가 맞는지 최종 검수하는 건 사람입니다.</a:t>
            </a:r>
          </a:p>
          <a:p>
            <a:r>
              <a:t>★후킹(V7) 끝에: "그래서 실전반은 AI 쓰는 법보다 '판단 기준'을 더 많이 가르쳐요." (FAQ 3 씨앗)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[0:28 PART 2 진입]</a:t>
            </a:r>
          </a:p>
          <a:p>
            <a:r>
              <a:t>제가 AI한테 제일 먼저 맡긴 일이 카테고리 교정이에요. 그런데 초보분들은 카테고리를 왜 고쳐야 하는지 자체를 잘 모르세요. 오늘은 그 이유부터 확실히 말씀드리고, AI로 어떻게 하는지 보여드릴게요.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[원칙 | 4분]</a:t>
            </a:r>
          </a:p>
          <a:p>
            <a:r>
              <a:t>네이버 가격비교에서 메인 키워드를 검색해 보면, 상위 상품들이 몰려 있는 카테고리가 있습니다. 이게 네이버가 그 키워드로 노출시켜주는 카테고리예요.</a:t>
            </a:r>
          </a:p>
          <a:p>
            <a:r>
              <a:t>지난 시간 비유로 하면 이력서의 '지원 분야'입니다. 지원 분야를 잘못 쓰면 서류가 아예 다른 부서로 가죠.</a:t>
            </a:r>
          </a:p>
          <a:p>
            <a:r>
              <a:t>카테고리가 안 맞으면, 상품명을 아무리 잘 지어도 그 키워드 검색 결과에 기본적으로 안 나옵니다.</a:t>
            </a:r>
          </a:p>
          <a:p>
            <a:r>
              <a:t>(화면: 네이버 가격비교에서 키워드 하나 검색해서 카테고리 보여주기)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[의문 던지기 | 2분]</a:t>
            </a:r>
          </a:p>
          <a:p>
            <a:r>
              <a:t>그런데 이상하죠. 실제로 보면 카테고리 잘못 올려놓고도 팔리는 상품들이 꽤 있어요. 왜일까요?</a:t>
            </a:r>
          </a:p>
          <a:p>
            <a:r>
              <a:t>(채팅 유도: "왜일까요? 아시는 분 채팅으로")</a:t>
            </a:r>
          </a:p>
          <a:p>
            <a:r>
              <a:t>답은 광고입니다. 광고는 카테고리가 틀려도 노출이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[함정의 흐름 | 6분 — 오늘 PART 2 핵심]</a:t>
            </a:r>
          </a:p>
          <a:p>
            <a:r>
              <a:t>천천히 따라오세요.</a:t>
            </a:r>
          </a:p>
          <a:p>
            <a:r>
              <a:t>1) 어떤 판매자가 카테고리를 잘못 올렸어요. 원래라면 검색에 안 떠야 정상이죠.</a:t>
            </a:r>
          </a:p>
          <a:p>
            <a:r>
              <a:t>2) 그런데 광고를 돌려서 팔렸습니다.</a:t>
            </a:r>
          </a:p>
          <a:p>
            <a:r>
              <a:t>3) 우리가 쓰는 소싱 프로그램은 '팔린 상품'의 정보를 가져와요. 광고로 팔렸든 아니든 팔렸으니까 소싱기가 이 상품을 찾아옵니다. 잘못된 카테고리까지 그대로요.</a:t>
            </a:r>
          </a:p>
          <a:p>
            <a:r>
              <a:t>4) 우리는 팔린 상품이라고 믿고 벤치마크해서 올립니다. 틀린 카테고리를 그대로 다시 올리는 거예요.</a:t>
            </a:r>
          </a:p>
          <a:p>
            <a:r>
              <a:t>5) 결과: 나도 광고를 켜면 팔릴 수 있어요. 그런데 광고를 끄는 순간 그 상품은 절대 팔릴 수 없는 상태가 됩니다.</a:t>
            </a:r>
          </a:p>
          <a:p>
            <a:r>
              <a:t>★채팅(V7) 함정 설명 직후: "혹시 광고 끄니까 판매가 뚝 끊긴 경험 있으신 분, 1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[펀치 | 1분]</a:t>
            </a:r>
          </a:p>
          <a:p>
            <a:r>
              <a:t>이게 무서운 이유는요, 본인은 이 상품이 왜 안 팔리는지 몰라요. 광고 끄면 안 팔리니까 '광고를 해야 팔리는 상품이구나' 하고 광고비만 계속 씁니다.</a:t>
            </a:r>
          </a:p>
          <a:p>
            <a:r>
              <a:t>내 상품은 광고 없이도 검색에 떠야 해요. 그 첫 단추가 카테고리입니다.</a:t>
            </a:r>
          </a:p>
          <a:p>
            <a:r>
              <a:t>★후킹: 지금 내 스토어에 이런 상품이 몇 개 있는지 궁금하시죠? 오늘 채팅 적극 참여 3분은 제가 이거 직접 봐드립니다.</a:t>
            </a:r>
          </a:p>
          <a:p>
            <a:r>
              <a:t>★(V8) 새는 돈: "광고 켜고 계신 분은 한번 생각해 보세요. 한 달 광고비 중에 카테고리 틀린 상품에 들어가는 돈이 있다면, 그건 매달 새는 돈이에요." (45장 가격 때 회수하지 않음 — 가격 장 회수는 알바 시급 하나만)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[소싱기 카테고리를 못 믿는 이유 | 3분]</a:t>
            </a:r>
          </a:p>
          <a:p>
            <a:r>
              <a:t>그래서 소싱기가 가져온 카테고리는 100% 믿으면 안 됩니다. 이유가 두 가지예요.</a:t>
            </a:r>
          </a:p>
          <a:p>
            <a:r>
              <a:t>첫째, 방금 보신 거예요. 광고 돌리면 카테고리가 틀려도 팔리고, 소싱기는 그 팔린 상품의 카테고리를 그대로 가져옵니다. 남의 실수가 내 상품에 복사되는 거죠.</a:t>
            </a:r>
          </a:p>
          <a:p>
            <a:r>
              <a:t>둘째, 소싱기 중에는 상품명 앞 세 단어, 네 단어 정도만 네이버에 검색해서 카테고리를 잡아오는 것도 있어요. 앞 단어가 뭐냐에 따라 엉뚱한 카테고리가 잡힙니다. 정확하지 않아요.</a:t>
            </a:r>
          </a:p>
          <a:p>
            <a:r>
              <a:t>그럼 정답은 어떻게 찾냐. 다음 장에서 실제 예시로 보여드릴게요.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[실제 예시 — 카테고리 먼저, 키워드는 그 다음 | 4분]</a:t>
            </a:r>
          </a:p>
          <a:p>
            <a:r>
              <a:t>이 상품 보세요. 상품명이 '작업대 리프팅 톱 접이식 받침대 기본형 작업다이 목공선반'이에요. 이걸로 카테고리를 뽑아보면 1순위가 목공공구 &gt; 톱, 2순위가 수작업공구 &gt; 작업대로 갈립니다.</a:t>
            </a:r>
          </a:p>
          <a:p>
            <a:r>
              <a:t>그런데 이 상품, 사람들이 실제로는 '테이블쏘'라고 많이 불러요. 테이블쏘로 검색하면 1순위가 목공공구 &gt; 톱으로 딱 나옵니다.</a:t>
            </a:r>
          </a:p>
          <a:p>
            <a:r>
              <a:t>그러면 이 상품은 '톱' 카테고리로 먼저 정하고, 톱 카테고리에 맞는 키워드를 골라서 상품명을 지어야 해요. 순서가 중요합니다. 카테고리가 먼저, 키워드는 그 다음.</a:t>
            </a:r>
          </a:p>
          <a:p>
            <a:r>
              <a:t>(가능하면 화면에서 두 개를 실제로 조회해서 보여주기)</a:t>
            </a:r>
          </a:p>
          <a:p>
            <a:r>
              <a:t>★후킹(V7) 끝에: "이 '사람들이 실제로 부르는 이름' 찾는 법이 2주차, 10월 17일 노출 파트 첫 시간이에요."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[손으로 하면? | 2분]</a:t>
            </a:r>
          </a:p>
          <a:p>
            <a:r>
              <a:t>확인하는 방법 자체는 어렵지 않아요. 키워드 검색해서, 상위 카테고리 보고, 내 거랑 비교하고, 틀리면 고치면 됩니다.</a:t>
            </a:r>
          </a:p>
          <a:p>
            <a:r>
              <a:t>상품 하나면 몇 분이면 돼요. 그런데 100개, 500개면요? 그래서 저는 이걸 제일 먼저 AI한테 넘겼습니다.</a:t>
            </a:r>
          </a:p>
          <a:p>
            <a:r>
              <a:t>[확인] 상품 1개 손으로 확인하는 데 걸리는 시간 — 실측 숫자 있으면 말로 추가.</a:t>
            </a:r>
          </a:p>
          <a:p>
            <a:r>
              <a:t>★후킹(V7) '100개면?'에서: "아까 채팅에 [1,200]개라고 쓰신 ○○님, 이걸 손으로 하면 [○○시간]이에요." — 3장에서 받은 숫자 회수. 1개당 실측 시간 미리 채워두기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[0:38 라이브 01 | 약 10분]</a:t>
            </a:r>
          </a:p>
          <a:p>
            <a:r>
              <a:t>화면 전환 → 클로드 코드 화면.</a:t>
            </a:r>
          </a:p>
          <a:p>
            <a:r>
              <a:t>"이 마켓 카테고리 틀린 거 고쳐줘" 입력 → 진행 과정 보여주기 → 불사자에서 바뀐 결과 확인 → 시트 기록 확인.</a:t>
            </a:r>
          </a:p>
          <a:p>
            <a:r>
              <a:t>[확인] 시연용 마켓그룹/상품 미리 정하기 (몇 개짜리로 할지 — 5~10개 권장, 오래 걸리지 않게)</a:t>
            </a:r>
          </a:p>
          <a:p>
            <a:r>
              <a:t>[확인] 캡챠 뜰 수 있으니 미리 한 번 돌려보기</a:t>
            </a:r>
          </a:p>
          <a:p>
            <a:r>
              <a:t>포인트: 수정 전 카테고리 → 수정 후 카테고리를 채팅창에 같이 읽어주기.</a:t>
            </a:r>
          </a:p>
          <a:p>
            <a:r>
              <a:t>★후킹(끝나고): 방금 이 매뉴얼, 4기 2주차(10/17) 노출 파트에서 여러분 마켓으로 똑같이 돌립니다.</a:t>
            </a:r>
          </a:p>
          <a:p>
            <a:r>
              <a:t>★후킹(V7) AI가 돌아가는 대기 시간(30초~1분)에: "지금 AI가 혼자 찾고 있는 동안 하나만 말씀드리면, 이 매뉴얼은 4기 분들 컴퓨터에 그대로 들어갑니다."</a:t>
            </a:r>
          </a:p>
          <a:p>
            <a:r>
              <a:t>(실제 사례 있으면) "3기 ○○님은 이걸 본인 마켓에 돌려서 틀린 카테고리 [N]개 찾으셨어요."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[0:52 PART 3 진입]</a:t>
            </a:r>
          </a:p>
          <a:p>
            <a:r>
              <a:t>카테고리는 하나의 예시고요. 지금 제 AI 직원이 실제로 하고 있는 일들을 쭉 보여드릴게요.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[지금 돌리는 것 | 4분]</a:t>
            </a:r>
          </a:p>
          <a:p>
            <a:r>
              <a:t>지금 실제로 AI한테 맡기고 있는 일들이에요.</a:t>
            </a:r>
          </a:p>
          <a:p>
            <a:r>
              <a:t>솔직하게 말씀드리면 썸네일이랑 상세페이지는 자동화는 해놨는데, 지금은 제가 수동으로 하고 있어요. AI 사용 비용(토큰)이 꽤 들어서, 비용 대비 효과를 보고 판단하는 중입니다.</a:t>
            </a:r>
          </a:p>
          <a:p>
            <a:r>
              <a:t>★후킹(V7) 비용 얘기 끝에: "AI 비용 아끼는 요금제 세팅도 실전반에서 같이 잡아드려요." (FAQ 4 씨앗)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[옵션명 정리 | 3분]</a:t>
            </a:r>
          </a:p>
          <a:p>
            <a:r>
              <a:t>반자동 셀러분들이 알바한테 제일 많이 시키는 일이 이거예요. 지금도 알바 쓰거나 직접 하시는 분 많으시죠.</a:t>
            </a:r>
          </a:p>
          <a:p>
            <a:r>
              <a:t>옵션에 중국어가 그대로 있으면 고객은 그냥 나갑니다. 구매금지 안내나 사이즈표 같은, 상품이 아닌 옵션도 섞여 있고요.</a:t>
            </a:r>
          </a:p>
          <a:p>
            <a:r>
              <a:t>AI가 한국어로 바꾸고, 상품 아닌 줄은 빼고, 대표옵션을 정하고, 판매 범위까지 정리합니다.</a:t>
            </a:r>
          </a:p>
          <a:p>
            <a:r>
              <a:t>★채팅(V7): "알바 쓰시는 분, 시급 얼마 주시는지 채팅 주세요." → 45장 가격 발표 때 기준점으로 회수 (옆에서 메모)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[상품명 | 3분]</a:t>
            </a:r>
          </a:p>
          <a:p>
            <a:r>
              <a:t>상품명도 AI가 짓습니다. 상위노출에 유리한 키워드를 고르고, 검색되는 순서로 조합해서 상품명을 만들어요. 그리고 그 상품명을 그대로 업로드합니다. 초안이 아니에요.</a:t>
            </a:r>
          </a:p>
          <a:p>
            <a:r>
              <a:t>다만 상품명 길이까지 진짜 최적화된 상태로 만들고 싶을 때는 '효자상품 스킬'을 따로 씁니다. 이건 실제로 팔리고 있는 상품만 골라서 돌리는 스킬이에요. 키워드마다 상품명이 몇 자일 때 제일 잘 걸리는지까지 찾아줍니다.</a:t>
            </a:r>
          </a:p>
          <a:p>
            <a:r>
              <a:t>이때만 최종 검수는 제가 해요. 이미 팔리는 상품이니까 사람이 한 번 더 봅니다.</a:t>
            </a:r>
          </a:p>
          <a:p>
            <a:r>
              <a:t>[확인] 효자상품 길이 최적화 — 실제 결과 예시(키워드, 추천 길이) 하나 화면으로 보여주면 좋음.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[0:57 라이브 02 | 약 10분]</a:t>
            </a:r>
          </a:p>
          <a:p>
            <a:r>
              <a:t>화면 전환 → 클로드 코드.</a:t>
            </a:r>
          </a:p>
          <a:p>
            <a:r>
              <a:t>상품 하나 골라서 AI한테 상품명을 지어보라고 합니다. 이 상품명, 저는 실제로 그대로 올리고 있어요.</a:t>
            </a:r>
          </a:p>
          <a:p>
            <a:r>
              <a:t>그리고 이미 팔리고 있는 상품이면 효자상품 스킬로 한 번 더 돌려서 길이까지 최적화합니다. 이때는 제가 마지막에 확인해요.</a:t>
            </a:r>
          </a:p>
          <a:p>
            <a:r>
              <a:t>[확인] 시연 상품 1~2개 미리 정하기 + 효자상품 길이 최적화 결과 미리 한 번 돌려두기(시간 오래 걸리면 미리 돌린 결과 화면으로)</a:t>
            </a:r>
          </a:p>
          <a:p>
            <a:r>
              <a:t>★후킹(V7) 시연 끝에: "효자상품 스킬, 오늘은 보여드리기만 하고요. 4기 분들은 받아서 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[1:02 라이브 03 | 약 10분 — 오늘의 하이라이트]</a:t>
            </a:r>
          </a:p>
          <a:p>
            <a:r>
              <a:t>오늘 가장 보여드리고 싶은 장면이에요. 미리 만든 화면이 아니라, 지금 여러분 보는 앞에서 불사자 데이터가 바뀝니다.</a:t>
            </a:r>
          </a:p>
          <a:p>
            <a:r>
              <a:t>MCP라는 건 그냥 'AI랑 불사자를 연결하는 플러그'라고 생각하시면 됩니다.</a:t>
            </a:r>
          </a:p>
          <a:p>
            <a:r>
              <a:t>[확인] 시연용 상품 3~5개 미리 정하기 (옵션명 지저분한 상품이 반응 좋음)</a:t>
            </a:r>
          </a:p>
          <a:p>
            <a:r>
              <a:t>[확인] 불사자 계정 — 용쌤 계정/용팀장 계정 중 어느 쪽으로 보여줄지 (화면 노출 범위)</a:t>
            </a:r>
          </a:p>
          <a:p>
            <a:r>
              <a:t>포인트: 수정 전 불사자 화면 캡처 → 지시 → 새로고침해서 비교.</a:t>
            </a:r>
          </a:p>
          <a:p>
            <a:r>
              <a:t>★후킹(V7) 새로고침해서 바뀐 화면이 뜨는 순간 = 오늘 감정 최고점. 3초 침묵 후: "이 연결, 수업 중에 직접 끝낸 수강생분이 있어요. 마지막에 후기로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[1:12 중간 안내 | 1~2분 — LIVE 03 직후. 먼저 주고 → 솔직하게 → 제안 (거부감 없이)]</a:t>
            </a:r>
          </a:p>
          <a:p>
            <a:r>
              <a:t>방금 보신 거, 오늘 수업 안 들으셔도 직접 해보셔도 됩니다. 제가 보여드린 순서 그대로 해보세요. 진짜로요.</a:t>
            </a:r>
          </a:p>
          <a:p>
            <a:r>
              <a:t>그런데 하나는 솔직하게 말씀드릴게요. AI한테 이렇게 일을 시키려면 먼저 가르쳐야 하는데, 이게 생각보다 쉽지 않습니다. 처음엔 엉뚱하게 해요.</a:t>
            </a:r>
          </a:p>
          <a:p>
            <a:r>
              <a:t>저도 효자상품 만드는 방식을 몇 개월 동안 고치고, 또 고쳤습니다. 그래서 지금은 제가 손으로 하는 거랑 거의 같은 퀄리티로 가공해서 올리고 있어요.</a:t>
            </a:r>
          </a:p>
          <a:p>
            <a:r>
              <a:t>수강생분들한테는 그 몇 개월 다듬은 걸 그대로 드립니다. 처음부터 혼자 만드실 필요 없이, 다듬어진 상태에서 시작하시는 거예요.</a:t>
            </a:r>
          </a:p>
          <a:p>
            <a:r>
              <a:t>(채팅에 상담 링크 다시 올리기: https://forms.gle/xefiFa71QpPv6qPx5 — "궁금하신 분은 부담 없이 상담 신청서 남겨주세요")</a:t>
            </a:r>
          </a:p>
          <a:p>
            <a:r>
              <a:t>(다음 장 성과로 바로 넘어가기) 자세한 건 마지막에 말씀드릴게요. 마지막 시연 남았으니까 끝까지 계세요.</a:t>
            </a:r>
          </a:p>
          <a:p>
            <a:r>
              <a:t>★채팅(V7) 끝에: "오늘 본 거 혼자 해보실 분은 '혼자', 다듬어진 상태로 시작하고 싶은 분은 '4기'라고 채팅 남겨주세요. 둘 다 좋은 선택이에요."</a:t>
            </a:r>
          </a:p>
          <a:p>
            <a:r>
              <a:t>→ '4기' 쓴 닉네임은 이룸님이 따로 기록 = 오늘 가장 뜨거운 손님. 라이브 후 상담 연락 1순위</a:t>
            </a:r>
          </a:p>
          <a:p>
            <a:r>
              <a:t>★(V8) 상담 문턱 낮추기: "상담 신청은 결제가 아니에요. 들어보고 제가 오히려 '지금은 아니에요'라고 말씀드릴 수도 있어요." (실제로 안 맞는 분은 말리기 — 그래야 이 말이 진짜가 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[테스트 성과 | 2분 — 방금 말한 '몇 개월 다듬은 방식'의 근거]</a:t>
            </a:r>
          </a:p>
          <a:p>
            <a:r>
              <a:t>제 계정에서 직접 테스트한 결과예요. 둘 다 한 달 매출입니다.</a:t>
            </a:r>
          </a:p>
          <a:p>
            <a:r>
              <a:t>왼쪽은 스킬로 아무 생각 없이 빠르게 1,000개만 올렸을 때예요. 한 달에 310만 원 나왔습니다.</a:t>
            </a:r>
          </a:p>
          <a:p>
            <a:r>
              <a:t>오른쪽은 빠르게 올리면서, 팔리는 상품은 효자상품 스킬로 따로 다듬는 걸 병행해서 5,000개 정도 진행했을 때예요. 한 달에 1,400만 원입니다.</a:t>
            </a:r>
          </a:p>
          <a:p>
            <a:r>
              <a:t>캡처 보시면 숫자가 두 개 있죠? 왼쪽 '총'은 할인 전 금액이라, 매출은 오른쪽 '순' 금액으로 보셔야 해요.</a:t>
            </a:r>
          </a:p>
          <a:p>
            <a:r>
              <a:t>같은 AI 직원인데, 빠르게만 올리느냐, 팔리는 걸 다듬는 것까지 하느냐에서 차이가 납니다.</a:t>
            </a:r>
          </a:p>
          <a:p>
            <a:r>
              <a:t>단, 제 계정 테스트 결과고 똑같이 나온다고 약속드리는 건 아니에요. 방향을 보여드리는 겁니다.</a:t>
            </a:r>
          </a:p>
          <a:p>
            <a:r>
              <a:t>★후킹(V7) 면책 문구 읽은 직후: "왼쪽에서 오른쪽으로 건너가는 다리가 효자상품 스킬이에요. 그게 4기에서 드리는 거고요."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[휴대폰 원격 | 4분]</a:t>
            </a:r>
          </a:p>
          <a:p>
            <a:r>
              <a:t>그리고 이게 제가 제일 좋아하는 부분이에요. AI한테 일을 시켜놓으면, 컴퓨터 앞에 있을 필요가 없습니다.</a:t>
            </a:r>
          </a:p>
          <a:p>
            <a:r>
              <a:t>휴대폰으로 지금 뭐 하고 있는지 볼 수 있고, 추가 지시도 할 수 있어요.</a:t>
            </a:r>
          </a:p>
          <a:p>
            <a:r>
              <a:t>저는 AI가 일하는 동안 아이랑 놀아주고, 숙제 봐주고, 캠핑 가서 사람들이랑 얘기하다가 한 번씩 확인만 합니다.</a:t>
            </a:r>
          </a:p>
          <a:p>
            <a:r>
              <a:t>예전엔 애가 "아빠 놀자" 하고 오면 "잠깐만, 이것만 하고" 했어요. 그 잠깐이 매일이었습니다. 그때 하던 일이 상품명 수정이었어요.</a:t>
            </a:r>
          </a:p>
          <a:p>
            <a:r>
              <a:t>★후킹: 제가 퇴사할 수 있었던 구조가 이거예요. 이 휴대폰 연결도 4기에서 그대로 세팅해 드립니다.</a:t>
            </a:r>
          </a:p>
          <a:p>
            <a:r>
              <a:t>(화면: 휴대폰으로 원격 접속한 화면 실제로 보여주기)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[1:19 라이브 04 | 약 5분]</a:t>
            </a:r>
          </a:p>
          <a:p>
            <a:r>
              <a:t>휴대폰 화면을 방송에 띄워야 함 (화면 미러링 또는 카메라로 비추기).</a:t>
            </a:r>
          </a:p>
          <a:p>
            <a:r>
              <a:t>멘트: 이게 제가 아이랑 놀면서, 캠핑 가서 일하는 방식이에요. 컴퓨터는 집에서 일하고, 저는 확인만 합니다.</a:t>
            </a:r>
          </a:p>
          <a:p>
            <a:r>
              <a:t>[확인] 휴대폰 화면 방송에 띄우는 방법 미리 테스트 (미러링 앱 or 웹캠)</a:t>
            </a:r>
          </a:p>
          <a:p>
            <a:r>
              <a:t>[확인] 이 시연 시작할 때 LIVE 03 작업을 걸어두면 이어서 보여주기 좋음</a:t>
            </a:r>
          </a:p>
          <a:p>
            <a:r>
              <a:t>★후킹(V7) 휴대폰 시연 중: "OT 날 집에 가실 때 휴대폰 연결까지 끝내고 가시는 게 목표예요."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[연결 | 2분]</a:t>
            </a:r>
          </a:p>
          <a:p>
            <a:r>
              <a:t>처음에 말씀드린 숙제 기억나시죠. 제 방식은 수동에 가까워서 많이 못 올린다.</a:t>
            </a:r>
          </a:p>
          <a:p>
            <a:r>
              <a:t>그 방식을 그대로 AI한테 가르쳤더니, 품질은 그대로 두고 속도만 빨라졌습니다. 이게 오늘 하고 싶은 얘기의 핵심이에요.</a:t>
            </a:r>
          </a:p>
          <a:p>
            <a:r>
              <a:t>★후킹(V7) 끝에: "제 숙제는 이렇게 풀었고요. 여러분 숙제는 10월 24일 3주차까지 같이 풉니다."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[1:24 PART 4 진입]</a:t>
            </a:r>
          </a:p>
          <a:p>
            <a:r>
              <a:t>(처음에 채팅으로 받은 "AI한테 넘기고 싶은 일" 몇 개 읽어주기)</a:t>
            </a:r>
          </a:p>
          <a:p>
            <a:r>
              <a:t>여기까지가 지금 실제로 돌리고 있는 거고요. 이제 지금 만들고 있는 것들을 보여드릴게요. AI가 셀링에서 어디까지 할 수 있는지 느껴보시라고요.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[개발 중 | 5분 — 마지막 칸에서 채팅 질문]</a:t>
            </a:r>
          </a:p>
          <a:p>
            <a:r>
              <a:t>지금 만들고 있는 것들이에요. 전부 제가 하다가 "이거 매일 반복하네?" 싶었던 일들입니다. 일부는 거의 다 됐고, 일부는 아직 실험 중이에요.</a:t>
            </a:r>
          </a:p>
          <a:p>
            <a:r>
              <a:t>요즘은 SNS 마케팅도 자동으로 해보고 있어요. 인스타, 스레드, 쿠팡파트너스 글을 AI가 써서 자동으로 올리는 거예요.</a:t>
            </a:r>
          </a:p>
          <a:p>
            <a:r>
              <a:t>여러분은 어떠세요? 매일 반복하는데 귀찮은 일, 자동화하고 싶은 게 있으면 채팅으로 남겨주세요.</a:t>
            </a:r>
          </a:p>
          <a:p>
            <a:r>
              <a:t>(처음 6번 장에서 받은 답도 같이 읽어주기) 오, 이거 좋네요. 이건 지금도 가능하고요, 이건 저도 만들고 있어요.</a:t>
            </a:r>
          </a:p>
          <a:p>
            <a:r>
              <a:t>(다음 장 '셀러의 하루'로 연결) 이런 게 다 연결되면 하루가 이렇게 바뀝니다.</a:t>
            </a:r>
          </a:p>
          <a:p>
            <a:r>
              <a:t>[확인] 각 항목 진행 상태(거의 완성 / 실험 중) 말로 구분해 주기. 화면으로 보여줄 수 있는 게 있으면 1개만 짧게.</a:t>
            </a:r>
          </a:p>
          <a:p>
            <a:r>
              <a:t>★후킹(V7) 채팅으로 받은 자동화 아이디어 읽어준 뒤: "이런 건 졸업 후 월례 스터디 때 업데이트로 같이 만들어가요." (46장과 연결)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[미래 그림 | 4분]</a:t>
            </a:r>
          </a:p>
          <a:p>
            <a:r>
              <a:t>이게 다 연결되면 셀러의 하루가 이렇게 바뀝니다. 아침에 유입 리포트 보고, 주문이랑 배송은 이미 모여 있고, CS는 답변 초안이 와 있어요. 저는 판단하고 확인만 합니다.</a:t>
            </a:r>
          </a:p>
          <a:p>
            <a:r>
              <a:t>1인 셀러가 팀처럼 일하는 구조예요. 단, 여기서도 최종 판단은 사람입니다.</a:t>
            </a:r>
          </a:p>
          <a:p>
            <a:r>
              <a:t>★후킹(V7) 날짜 넣기: "10월 24일 3주차가 끝나면, 여러분 하루가 이렇게 바뀌는 게 목표예요."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[정리 | 2분 — 알바 비유]</a:t>
            </a:r>
          </a:p>
          <a:p>
            <a:r>
              <a:t>오늘 하고 싶은 말은 하나예요. 편의점 알바를 생각해 보세요. 똑같은 알바생인데, 사장님이 일을 잘 가르친 가게는 잘 돌아가고, 아무것도 안 가르친 가게는 엉망이죠.</a:t>
            </a:r>
          </a:p>
          <a:p>
            <a:r>
              <a:t>AI도 똑같아요. 챗GPT든 클로드든 AI는 이미 다 똑똑합니다. 차이는 그 AI한테 내 일을 얼마나 잘 가르쳐 뒀느냐예요.</a:t>
            </a:r>
          </a:p>
          <a:p>
            <a:r>
              <a:t>그런데 가르치는 게 쉽지 않다고 아까 말씀드렸죠. 저도 몇 개월 걸렸어요. 그걸 처음부터 혼자 하실 필요는 없습니다. 그래서 실전반에서는 제가 다듬은 걸 그대로 드려요.</a:t>
            </a:r>
          </a:p>
          <a:p>
            <a:r>
              <a:t>★(V8) 알바 얘기 끝에 — "함께" ②/3: "그리고 처음에 말씀드렸죠. 혼자보다 함께가 빠릅니다."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[노가다 → 노마드 | 1분 — 오퍼 직전 마지막 장]</a:t>
            </a:r>
          </a:p>
          <a:p>
            <a:r>
              <a:t>구매대행 하면 다들 그래요. 디지털 노마드가 아니라 디지털 노가다라고.</a:t>
            </a:r>
          </a:p>
          <a:p>
            <a:r>
              <a:t>맞아요. 상품명, 썸네일, 옵션, 상세, 손으로 밤새 반복하면 노가다예요.</a:t>
            </a:r>
          </a:p>
          <a:p>
            <a:r>
              <a:t>그런데 그 반복을 AI 직원한테 넘기면 얘기가 달라집니다. 나는 판단만 하고, 어디서든 일할 수 있어요. 오늘 휴대폰으로 보신 것처럼요.</a:t>
            </a:r>
          </a:p>
          <a:p>
            <a:r>
              <a:t>진짜 디지털 노마드가 될 수 있다는 걸, 실전반에서 직접 알게 되실 겁니다.</a:t>
            </a:r>
          </a:p>
          <a:p>
            <a:r>
              <a:t>(오퍼 시작 — 채팅에 상담 링크 다시 올리기: https://forms.gle/xefiFa71QpPv6qPx5)</a:t>
            </a:r>
          </a:p>
          <a:p>
            <a:r>
              <a:t>★(V7) 상담 링크 재게시 4번 중 3번째 (2장 · 28장 · 37장 · 1:1 상담 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[4기 소개 | 4분]</a:t>
            </a:r>
          </a:p>
          <a:p>
            <a:r>
              <a:t>10월 9일에 실전반 4기 시작합니다. 핵심은 상위노출이에요.</a:t>
            </a:r>
          </a:p>
          <a:p>
            <a:r>
              <a:t>처음엔 상품명에 집중해서, 상품명만으로 상위노출 되는 상품을 찾습니다. 팔리는 상품이 나오면 속성·태그까지 가공해서 더 잘 팔리게 만들고요. 처음 업로드할 때부터 상위노출 되게 올리는 방법도 알려드립니다.</a:t>
            </a:r>
          </a:p>
          <a:p>
            <a:r>
              <a:t>그리고 오늘 보여드린 제 스킬, 플러그인으로 그대로 드리고 쓰는 법까지 알려드려요.</a:t>
            </a:r>
          </a:p>
          <a:p>
            <a:r>
              <a:t>★(V8) 이 장 시작하자마자 (이탈 방지): "자료 비밀번호랑 마켓 점검 당첨자 발표까지 15분 남았습니다."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[4기 구성 | 2분]</a:t>
            </a:r>
          </a:p>
          <a:p>
            <a:r>
              <a:t>4기는 3주 오프라인 실전반입니다. 온라인 OT 한 번으로 AI 직원 세팅부터 같이 시작하고, 토요일 오프라인 세 번, 수요일 줌 보강 세 번으로 막힌 곳 다시 잡아드려요.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[커리큘럼 | 2분]</a:t>
            </a:r>
          </a:p>
          <a:p>
            <a:r>
              <a:t>OT에서 AI 직원 세팅, 1주차 소싱, 2주차 노출, 3주차 전환입니다. 오늘 보여드린 카테고리·상품명·옵션 자동화는 2주차 노출 파트에서 내 스토어 기준으로 직접 돌려봅니다.</a:t>
            </a:r>
          </a:p>
          <a:p>
            <a:r>
              <a:t>그리고 3주로 끝이 아니에요. 수료 후에도 매월 1번 오프라인 스터디로 만나서 진행 상황 점검하고, 바뀐 내용 업데이트해 드립니다.</a:t>
            </a:r>
          </a:p>
          <a:p>
            <a:r>
              <a:t>★후킹(V7) 날짜+할 일로 읽기: "10일엔 소싱, 17일엔 오늘 본 카테고리 교정을 내 마켓에 직접, 24일엔 내가 없어도 돌아가는 구조."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[일정 | 1분]</a:t>
            </a:r>
          </a:p>
          <a:p>
            <a:r>
              <a:t>일정 한 번에 보여드릴게요. 10월 9일 금요일 오후 2시, 온라인 OT로 시작합니다. OT는 2~3시간 정도예요.</a:t>
            </a:r>
          </a:p>
          <a:p>
            <a:r>
              <a:t>토요일 10일, 17일, 24일 세 번 오프라인이고 전부 오전 10시예요. 장소는 강남역 인근이고 추후 공지드립니다.</a:t>
            </a:r>
          </a:p>
          <a:p>
            <a:r>
              <a:t>그 사이 수요일 14일, 21일, 28일은 오후 8시 온라인 보강입니다. 토요일에 막힌 거 수요일에 다시 잡아드려요.</a:t>
            </a:r>
          </a:p>
          <a:p>
            <a:r>
              <a:t>강의는 회당 3~4시간 정도 예상하시면 되고, 온·오프 전부 녹화해서 1년 동안 다시 보실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[후기 1 | 1분 — 남의 입이 내 입보다 셉니다]</a:t>
            </a:r>
          </a:p>
          <a:p>
            <a:r>
              <a:t>제 말 말고, 먼저 해보신 분들 얘기 보여드릴게요. 실제 수강생 후기 일부입니다.</a:t>
            </a:r>
          </a:p>
          <a:p>
            <a:r>
              <a:t>100개 올리고 첫 주문 나온 분, 자동화 감 온 분, 1강만 듣고 200% 만족한 분… 하나씩 짚어 읽어주기.</a:t>
            </a:r>
          </a:p>
          <a:p>
            <a:r>
              <a:t>★채팅(V7): "후기 중에 제일 와닿는 거 번호로 채팅 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[후기 2 | 1분]</a:t>
            </a:r>
          </a:p>
          <a:p>
            <a:r>
              <a:t>1강만 들어도 바로 적용됩니다. 특히 광고 설정을 수업 중에 바로 해드린 사례 강조.</a:t>
            </a:r>
          </a:p>
          <a:p>
            <a:r>
              <a:t>에르메스·불사자 연동을 수업 중에 직접 끝낸 분 — 오늘 LIVE 03에서 보신 그 연결입니다.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[후기 3 | 1분]</a:t>
            </a:r>
          </a:p>
          <a:p>
            <a:r>
              <a:t>후기에서 반복해서 나온 포인트 정리.</a:t>
            </a:r>
          </a:p>
          <a:p>
            <a:r>
              <a:t>"나도 충분히 이런 AI를 만들 수 있겠다" — 처음엔 어렵게만 느껴졌는데 할 수 있다는 확신을 얻었다는 말, 컴퓨터 못한다고 걱정하시는 분들께 꼭 읽어드리기.</a:t>
            </a:r>
          </a:p>
          <a:p>
            <a:r>
              <a:t>마지막 줄: 무료 강의에서 가능성을 봤다면, 유료 강의에서는 내 업무 시스템으로 완성됩니다. → 바로 수강료로.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[수강료 | 2분]</a:t>
            </a:r>
          </a:p>
          <a:p>
            <a:r>
              <a:t>가격은 기수마다 올라왔습니다. 4기는 238만 원, 부가세 포함이고요. 12개월 할부 하시면 월 19만 8천 원 정도입니다.</a:t>
            </a:r>
          </a:p>
          <a:p>
            <a:r>
              <a:t>5기는 250만 원 정도로 올라갈 예정이에요. 기수마다 내용이 보강되면서 가격도 계속 오르고 있습니다.</a:t>
            </a:r>
          </a:p>
          <a:p>
            <a:r>
              <a:t>할부 조건은 카드사마다 달라요. (9/28 노트: 3·6개월 무이자 — [확인] 지금도 맞는지)</a:t>
            </a:r>
          </a:p>
          <a:p>
            <a:r>
              <a:t>[확인] 신청 마감 = 10/8(목)? 개강 전날 마감이면 "신청은 10/8까지"를 말로 분명히. ('정원 임박' 같은 표현은 쓰지 않기)</a:t>
            </a:r>
          </a:p>
          <a:p>
            <a:r>
              <a:t>[확인] 오늘 신청자 한정 혜택이 있으면 이 장에서 말로 추가 (마감 시각과 함께)</a:t>
            </a:r>
          </a:p>
          <a:p>
            <a:r>
              <a:t>★가격 발표 순서(V7) — 순서대로:</a:t>
            </a:r>
          </a:p>
          <a:p>
            <a:r>
              <a:t>① 기준점: "아까 알바 시급 [○○원] 말씀해 주셨죠. 한 달이면 200만 원이에요."</a:t>
            </a:r>
          </a:p>
          <a:p>
            <a:r>
              <a:t>② 가격: "4기는 238만 원, 한 번 내시는 거예요. 12개월이면 월 19만 8천 원, 하루 6,600원이에요."</a:t>
            </a:r>
          </a:p>
          <a:p>
            <a:r>
              <a:t>③ 오늘 혜택: "오늘 [○시]까지 신청하신 분께는 [혜택]을 드려요." (실제로 줄 수 있는 것만)</a:t>
            </a:r>
          </a:p>
          <a:p>
            <a:r>
              <a:t>④ 마감: "신청은 10월 8일 [○시]에 마감이에요."</a:t>
            </a:r>
          </a:p>
          <a:p>
            <a:r>
              <a:t>⑤ 사실: "5기부터는 250만 원 정도로 올라요."</a:t>
            </a:r>
          </a:p>
          <a:p>
            <a:r>
              <a:t>★(V8) 가격 발표 ⓪ — ① 기준점보다 먼저, 손가락으로 세면서: "정리하면요. OT에서 AI 직원 세팅 하나, 토요일 오프라인 셋, 수요일 줌 보강 셋, 제 스킬 플러그인, 수료 후 매월 스터디, 1년 다시 보기. 이게 4기예요." → 그다음 ①~⑤ 순서대로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[졸업 후 | 1분]</a:t>
            </a:r>
          </a:p>
          <a:p>
            <a:r>
              <a:t>3주로 끝나지 않습니다. 매월 오프라인 정기 모임이 있고, 바뀌는 AI 활용법도 계속 업데이트해 드려요. 제 스킬이 좋아지면 수강생분들 스킬도 같이 좋아집니다.</a:t>
            </a:r>
          </a:p>
          <a:p>
            <a:r>
              <a:t>★(V8) "함께" ③/3 수확: "4기 분들이 앞으로 서로의 '함께'가 되는 거예요." (인원수는 말하지 않기)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[자료 공개 + 당첨자 | 2분]</a:t>
            </a:r>
          </a:p>
          <a:p>
            <a:r>
              <a:t>약속드린 자료 지금 드립니다. QR 찍으시거나 채팅에 올리는 링크 누르시면 됩니다. 비밀번호는 1006입니다. 채팅 적극 참여 3분, 마켓 점검 당첨자 발표할게요. (채팅 닉네임 3명 호명)</a:t>
            </a:r>
          </a:p>
          <a:p>
            <a:r>
              <a:t>(채팅에 링크 올리기) https://drive.google.com/drive/folders/1z45LgBrnTleuplibrdU0N_AlXDAclx5o</a:t>
            </a:r>
          </a:p>
          <a:p>
            <a:r>
              <a:t>[확인] 9/28 때 비번이 0928이었음 — 드라이브 자료 비번을 1006으로 바꿔뒀는지 꼭 확인</a:t>
            </a:r>
          </a:p>
          <a:p>
            <a:r>
              <a:t>★(V7) 이 장은 1:1 상담 장 뒤로 옮겼음(V7 기준 49장). 비밀번호 공개 후 바로 FAQ로 넘어가며: "자료 받으시면서 궁금한 거 채팅 주세요. 질문 나오는 대로 답드릴게요."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[신청 안내 | 길게 — 신청서 쓰는 시간 충분히]</a:t>
            </a:r>
          </a:p>
          <a:p>
            <a:r>
              <a:t>QR 찍거나 채팅 링크 누르시면 됩니다. 신청서 3분이면 끝나요. 정원 20명, 제가 직접 피드백할 수 있는 인원이라 이 이상은 안 받습니다.</a:t>
            </a:r>
          </a:p>
          <a:p>
            <a:r>
              <a:t>신청서 쓰시는 동안 자주 받는 질문 답변 드릴게요. (FAQ 장은 질문 나오는 대로 골라서 넘기기)</a:t>
            </a:r>
          </a:p>
          <a:p>
            <a:r>
              <a:t>★(V7) 시작 멘트: "자료 비밀번호는 신청 안내 끝나고 바로 드릴게요." — 비밀번호 장(구 47장)은 V7에서 1:1 상담 장 뒤로 이동함</a:t>
            </a:r>
          </a:p>
          <a:p>
            <a:r>
              <a:t>★(V7) 이룸님이 결제 알림 확인 → 진짜 신청이 들어왔을 때만: "방금 한 분 신청해 주셨어요, 감사합니다." (이름은 말하지 않기)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 상담 | 1분]</a:t>
            </a:r>
          </a:p>
          <a:p>
            <a:r>
              <a:t>바로 신청하실 분은 왼쪽 QR, gigclass.kr 에서 신청하시면 됩니다.</a:t>
            </a:r>
          </a:p>
          <a:p>
            <a:r>
              <a:t>그런데 238만 원이 작은 돈은 아니잖아요. 바로 결제가 부담되시는 분은 오른쪽 QR로 구글폼 작성해 주세요. 저랑 1:1로 상담하고 나서 결정하셔도 됩니다.</a:t>
            </a:r>
          </a:p>
          <a:p>
            <a:r>
              <a:t>(채팅에 링크 올리기) 실전반 신청: https://www.gigclass.kr/</a:t>
            </a:r>
          </a:p>
          <a:p>
            <a:r>
              <a:t>(채팅에 링크 올리기) 1:1 상담 신청: https://forms.gle/xefiFa71QpPv6qPx5</a:t>
            </a:r>
          </a:p>
          <a:p>
            <a:r>
              <a:t>★후킹(V7): "오늘 상담 신청하신 분은 내일(10/7)까지 제가 직접 연락드릴게요. 마감 전에 결정하실 수 있게요."</a:t>
            </a:r>
          </a:p>
          <a:p>
            <a:r>
              <a:t>→ 이 장 끝나면 바로 다음 장(자료 비밀번호 1006 + 당첨자 발표)으로</a:t>
            </a:r>
          </a:p>
          <a:p>
            <a:r>
              <a:t>★(V8) 상담 문턱 낮추기: "상담 신청은 결제가 아니에요. 들어보고 제가 오히려 '지금은 아니에요'라고 말씀드릴 수도 있어요."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1 — 9/28 Q7]</a:t>
            </a:r>
          </a:p>
          <a:p>
            <a:r>
              <a:t>세팅이 처음에 제일 어려운 구간 맞아요. 저도 혼자 하다가 몇 주 헤맸어요. 그래서 실전반에서는 여러분 컴퓨터에서 직접 같이 세팅합니다. 세팅만 넘기면 그다음은 카톡 쓰듯이 채팅으로 일 시키는 거예요. 컴맹이면 잘못된 습관이 없어서 오히려 유리할 때도 있어요.</a:t>
            </a:r>
          </a:p>
          <a:p>
            <a:r>
              <a:t>(후기 3장 "나도 충분히 이런 AI를 만들 수 있겠다" 다시 언급)</a:t>
            </a:r>
          </a:p>
          <a:p>
            <a:r>
              <a:t>★(V7) FAQ는 채팅 질문 순서대로 고르기. 답변 2~3개마다 한 번씩만: "궁금증 풀리셨으면 gigclass.kr"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2 — 9/28 Q15]</a:t>
            </a:r>
          </a:p>
          <a:p>
            <a:r>
              <a:t>매출은 제가 약속 못 합니다. 누구도 약속 못 해요. 상품 고르는 것, 마진 잡는 것에 따라 다 달라지거든요. 제가 약속드리는 건 기준과 시간이에요. 그리고 3주 동안 팔릴 구조를 갖춘 효자상품 10개를 같이 만듭니다.</a:t>
            </a:r>
          </a:p>
          <a:p>
            <a:r>
              <a:t>숫자는 아까 보여드린 테스트 성과 장 그대로예요. 둘 다 한 달 판매금액(순) 기준입니다. (필요하면 성과 장으로 돌아가서 다시 보여주기)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3 — 9/28 Q11]</a:t>
            </a:r>
          </a:p>
          <a:p>
            <a:r>
              <a:t>AI는 제 손을 대체하는 거지 머리를 대체하는 게 아니에요. 오늘 보셨잖아요, 카테고리 하나에도 기준이 있어야 해요. 기준 없이 AI한테 시키면 엉망으로 나옵니다. 그 기준을 여러분 스토어 기준으로 세우는 게 실전반이에요.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4 — 9/28 Q12]</a:t>
            </a:r>
          </a:p>
          <a:p>
            <a:r>
              <a:t>네, 별도 비용 듭니다. 숨기지 않아요. 그런데 최저임금으로 직원 한 명 써도 한 달 200만 원인데, 그보다 훨씬 적어요. 어떤 요금제로 해야 낭비가 없는지까지 실전반에서 잡아드립니다. 혼자 알아보면 뭐부터 결제할지 몰라서 더 새요.</a:t>
            </a:r>
          </a:p>
          <a:p>
            <a:r>
              <a:t>덧붙이기: 썸네일·상세처럼 비용 큰 작업은 저도 지금 수동이랑 섞어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5 — 9/28 Q13]</a:t>
            </a:r>
          </a:p>
          <a:p>
            <a:r>
              <a:t>지금 쓰시는 도구 버리라는 게 아니에요. 반자동 프로그램은 수집·업로드를 대신해 주지만, 카테고리나 상품명 판단은 여전히 직접 하고 계시잖아요. 오늘 PART 2에서 본 것처럼 소싱기 카테고리도 그대로 믿으면 안 되고요. 그 위에 판단 기준을 얹어서 AI가 실행까지 하게 만드는 걸 배우시는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6]</a:t>
            </a:r>
          </a:p>
          <a:p>
            <a:r>
              <a:t>처음부터 상품명·속성·태그 다 하려고 하면 속도가 안 납니다. 상품명으로 상위노출 되는 상품부터 찾고, 팔리는 상품만 더 가공하는 순서예요.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7 — 9/28 Q8, 퇴사 반영]</a:t>
            </a:r>
          </a:p>
          <a:p>
            <a:r>
              <a:t>솔직히 말씀드리면, 처음 3개월은 하루 2~3시간은 투자하셔야 합니다. 부업이 아니라 사업이거든요. 그런데 그 이후엔 판단만 하는 구조로 줄어듭니다.</a:t>
            </a:r>
          </a:p>
          <a:p>
            <a:r>
              <a:t>저도 은행 다니고 아이 키우면서 그렇게 시작했고, 그 구조가 잡혀서 9월에 퇴사했어요.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8 — 9/28 Q14]</a:t>
            </a:r>
          </a:p>
          <a:p>
            <a:r>
              <a:t>끝물이라는 말, 2018년에도 나왔고 2020년에도 나왔고 작년에도 나왔어요. 그 사이에도 팔 사람은 계속 팔았습니다. 오늘 제가 보여드린 방식대로 하는 사람, 주변에서 찾기 어려우실 거예요. 지금이 기회입니다.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9 — 9/28 Q9]</a:t>
            </a:r>
          </a:p>
          <a:p>
            <a:r>
              <a:t>오프라인은 토요일 세 번이고 강남에서 합니다. 한 분 한 분 케어하려고 오프라인으로 해요. 대신 수요일 줌 보강이 세 번 있어서 막힌 곳은 다시 잡아드립니다. 1기 때도 김해, 전라도, 제주도에서 KTX 타고 노트북 들고 오셨어요.</a:t>
            </a:r>
          </a:p>
          <a:p>
            <a:r>
              <a:t>[확인] 오프라인 결석 시 규정 있으면 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10 — 9/28 Q10]</a:t>
            </a:r>
          </a:p>
          <a:p>
            <a:r>
              <a:t>3번이 전부가 아니에요. 온라인 OT, 오프라인 3번, 줌 보강 3번이고, 졸업 후에도 매월 정기 모임이 있습니다. 목표도 이론을 다 배우는 게 아니라 3주 안에 효자상품 10개 만드는 거라서, 매주 결과물 기준으로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11 — 9/28 Q16]</a:t>
            </a:r>
          </a:p>
          <a:p>
            <a:r>
              <a:t>네, 카드 할부 됩니다. 12개월이면 한 달 19만 8천 원이에요. 정원은 20명이고 10월 9일 금요일 개강입니다.</a:t>
            </a:r>
          </a:p>
          <a:p>
            <a:r>
              <a:t>[확인] 3·6개월 무이자(9/28 노트) 지금도 맞는지 / 신청 마감일(10/8?) 멘트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[FAQ 12 — 9/28 Q18]</a:t>
            </a:r>
          </a:p>
          <a:p>
            <a:r>
              <a:t>노트북이랑 스마트스토어 계정이면 됩니다. 나머지는 OT에서 같이 세팅해요.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[마무리 | 1분]</a:t>
            </a:r>
          </a:p>
          <a:p>
            <a:r>
              <a:t>오늘 끝까지 들어주셔서 감사합니다. 채팅 이벤트 당첨자 발표하고 마치겠습니다.</a:t>
            </a:r>
          </a:p>
          <a:p>
            <a:r>
              <a:t>4기에서 뵙겠습니다.</a:t>
            </a:r>
          </a:p>
          <a:p>
            <a:r>
              <a:t>★마지막 한 번 더(V7): "비밀번호는 1006이에요. 오늘 결정 못 하신 분은 상담폼만이라도 남겨두세요. 마감은 10월 8일 [○시]입니다."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10월 6일(화) 저녁 7시 · 용팀장 무료 라이브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챗GPT는 대답을 하고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제 AI는 일을 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말 한 줄로 상품 수십 개가 고쳐지는 장면, 실제 화면으로 보여드립니다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오늘 끝까지 함께해 주신 분께 드립니다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600200"/>
            <a:ext cx="6400800" cy="278892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끝까지 남아 계신 분 전원 · 제가 실제로 쓰는 자료 5종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AI 직원 생성 가이드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8833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상세페이지 제작 지침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9067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스마트스토어 광고 전략 점검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9300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썸네일 변경 프롬프트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9534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해외 배송비 측정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9208" y="1600200"/>
            <a:ext cx="4114800" cy="2788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78308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채팅 적극 참여 3분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3566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용팀장이 직접</a:t>
            </a:r>
          </a:p>
          <a:p>
            <a:pPr algn="l">
              <a:lnSpc>
                <a:spcPct val="115000"/>
              </a:lnSpc>
            </a:pPr>
            <a:r>
              <a:rPr sz="28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마켓 점검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4617720"/>
            <a:ext cx="10789920" cy="667512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1033272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자료 비밀번호는 라이브 마지막에 공개 · 9/28 때 이해 안 된 부분도 채팅으로 질문 주세요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용팀장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소개는 30초만 하겠습니다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19456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94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762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구매대행 셀러 · 스마트스토어 한 곳만 운영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292608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9260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077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은행 16년 다니며 퇴근 후 부업으로 시작 → 2026년 9월 퇴사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36576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657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3931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 셀링 실전반 1~3기 운영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438912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43891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708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육아하는 아빠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3492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같은 AI로 월 310만 원 vs 월 1,400만 원 — 그 차이를 오늘 보여드립니다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저도 퇴근 후 매일 2시간 일 하던 사람입니다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28800"/>
            <a:ext cx="5212080" cy="25146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은행 다닐 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퇴근하고, 아이 재우고, 밤에 등록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상품명 하나에 한참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하루 몇 개가 한계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1032" y="2880360"/>
            <a:ext cx="256032" cy="365760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1928" y="1828800"/>
            <a:ext cx="5212080" cy="251460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지금 (9월 퇴사 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반복 작업은 AI 직원이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나는 판단 · 검수만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남는 시간은 가족과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754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회사를 나올 수 있었던 건, 혼자 하던 일을 AI 직원에게 넘겼기 때문입니다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지난 9/28에 보여드린 것, 그리고 남은 숙제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28800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8483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상품명 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697480"/>
            <a:ext cx="4709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검색에 걸리는 상품명으로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광고 없이도 노출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828800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8483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광고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97480"/>
            <a:ext cx="4709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구매대행에 맞는 세팅으로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유입과 노출 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388620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10241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남은 숙제: 하나씩 정성 들이는 방식이라 업로드 수량이 적다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3035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오늘은 이 숙제를 AI로 푼 방법을 보여드립니다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AI, 어디까지 맡길 수 있을까요?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제가 실제로 쓰는 모습을 보고, 앞으로 어디까지 갈 수 있을지 같이 생각해 봐요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240280"/>
            <a:ext cx="6400800" cy="30175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395728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① 지금 실제로 쓰는 것  ·  화면으로 보여드립니다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9718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카테고리 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99923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말 한 줄로 틀린 카테고리 수정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5021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50215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상품명 짓기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52958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AI가 지은 상품명 그대로 업로드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032504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3250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불사자가 바뀌는 장면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059936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AI가 옵션명을 직접 고침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562856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62856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휴대폰으로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59028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밖에서 일 맡기고 확인만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9208" y="2240280"/>
            <a:ext cx="4114800" cy="301752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7" y="2395728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② 앞으로 어디까지?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2898648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CS 답변 · 주문 수집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배송 현황 · 매일 유입 리포트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…그리고 여러분의 일은?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44348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"나는 어떤 일을 AI에게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넘길 수 있을까?"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5321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보여드리는 시간이 아니라, 같이 생각해 보는 시간입니다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대답하는 AI vs 일하는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챗GPT를 써봤는데 왜 일이 안 줄었을까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똑같은 AI인데, 하나는 말만 하고 하나는 일합니다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28800"/>
            <a:ext cx="5212080" cy="27432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챗GPT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🧠  뇌만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"상품명 지어줘"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→ 답을 말해줌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→ 복사·붙여넣기는 내가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828800"/>
            <a:ext cx="5212080" cy="274320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AI 에이전트 = AI 직원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🧠 + ✋  뇌에 손발까지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"상품명 지어줘"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→ 직접 지어서 스토어에 바꿔놓음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→ 나는 확인만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9834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차이는 똑똑함이 아니라 '손발이 있느냐'입니다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레시피를 알려주는 AI vs 라면을 끓여주는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002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"라면 끓여줘" 라고 맡기면, AI 직원은 이렇게 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194560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423160"/>
            <a:ext cx="2697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대신 해준다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108960"/>
            <a:ext cx="26974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냄비 꺼내고 물 올리는 걸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나 대신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5072" y="3063240"/>
            <a:ext cx="411480" cy="365760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2194560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2423160"/>
            <a:ext cx="2697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알아서 판단한다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3108960"/>
            <a:ext cx="26974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물 많으면 따라내고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불 세기도 알아서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72400" y="3063240"/>
            <a:ext cx="411480" cy="365760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8744" y="2194560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2423160"/>
            <a:ext cx="2697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끝까지 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3108960"/>
            <a:ext cx="26974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그릇에 담아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식탁까지 가져다줌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754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상품명도 똑같습니다. 방법을 알려주는 AI vs 스토어에 직접 바꿔놓는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제가 쓰는 AI 직원, '클로드 코드'입니다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한마디로, 내 컴퓨터 안에서 직접 일해주는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194560"/>
            <a:ext cx="5212080" cy="283464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일반 AI 채팅 (챗GPT · 클로드 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· 인터넷 창에서 대화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· 물어보면 답변만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· 내 컴퓨터·스토어는 못 건드림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= 전화로 조언하는 컨설턴트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194560"/>
            <a:ext cx="5212080" cy="283464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클로드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내 컴퓨터 안에서 일함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파일 만들고, 고치고, 실행까지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불사자 · 구글시트까지 직접 연결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막히면 스스로 고쳐서 다시 시도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348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= 내 사무실에 와서 일하는 직원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3035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오늘 보여드릴 장면은 전부 이 직원이 하는 일입니다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 직원을 똑똑하게 만드는 2가지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새로 온 직원도 처음엔 아무것도 모릅니다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148840"/>
            <a:ext cx="5212080" cy="306324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📘 매뉴얼  (= 스킬)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"이 일은 이 순서로 해"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알바한테 주는 업무 설명서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한 번 적어두면 말 한 줄에 그 순서대로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예) 카테고리 교정 매뉴얼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① 검색 ② 정답 찾기 ③ 고치기 ④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148840"/>
            <a:ext cx="5212080" cy="306324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🔑 출입카드  (= MCP)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"이 프로그램에 들어가도 돼"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다른 프로그램에 들어가는 카드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불사자 · 구글시트에 직접 들어가서 고침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예) 불사자 출입카드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→ 상품을 직접 열어서 카테고리 바꿔놓음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4406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매뉴얼로 '어떻게' 하는지 알고, 출입카드로 '어디서든' 일합니다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AI가 다 해준다는 얘기가 아닙니다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2880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8483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AI가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697480"/>
            <a:ext cx="470916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반복 작업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찾고 · 비교하고 · 고치고 · 기록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82880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8483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내가 하는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97480"/>
            <a:ext cx="470916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뭘 팔지 · 결과가 맞는지 최종 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48056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반복은 AI에게, 판단은 사람에게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카테고리, 왜 고쳐야 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광고를 끄는 순간 0이 되는 상품의 정체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키워드마다 '노출 카테고리'가 정해져 있습니다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74519"/>
            <a:ext cx="3246120" cy="21945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48840"/>
            <a:ext cx="2697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메인 키워드 검색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788920"/>
            <a:ext cx="26974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네이버 가격비교에서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'무선마우스' 검색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05072" y="2788920"/>
            <a:ext cx="411480" cy="365760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71416" y="1874519"/>
            <a:ext cx="3246120" cy="21945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2148840"/>
            <a:ext cx="2697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노출 카테고리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788920"/>
            <a:ext cx="26974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상위 상품이 몰린 곳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디지털/가전 &gt; 마우스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72400" y="2788920"/>
            <a:ext cx="411480" cy="365760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38744" y="1874519"/>
            <a:ext cx="3246120" cy="2194560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2148840"/>
            <a:ext cx="2697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내 카테고리가 다르면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2788920"/>
            <a:ext cx="26974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검색 결과에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기본적으로 안 나옴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5720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상품명이 아무리 좋아도, 카테고리가 틀리면 검색에 안 뜹니다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716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그런데 이상합니다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011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카테고리가 틀렸는데도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9260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팔리는 상품이 있습니다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425196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5486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이유: 광고는 카테고리가 틀려도 노출된다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초보가 모르고 빠지는 함정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69164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57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91640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다른 판매자가 카테고리를 틀리게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91640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원래는 검색 노출 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56032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457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60320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광고를 돌려서 판매 발생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60320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광고는 카테고리 무관하게 노출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" y="342900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457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29000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소싱 프로그램이 '팔린 상품'으로 수집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429000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틀린 카테고리까지 그대로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4297679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97679"/>
            <a:ext cx="457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97679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나는 벤치마크해서 그대로 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297679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틀린 카테고리 복사 완료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" y="516636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457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66360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광고를 끄는 순간 판매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166360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검색으로는 영원히 안 팔림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4630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광고를 끄는 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10312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판매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069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본인은 왜 안 팔리는지도 모른 채 광고비만 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5029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내 상품은 광고 없이도 검색에 떠야 합니다. 첫 단추가 카테고리예요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소싱기가 가져온 카테고리, 그대로 믿으면 안 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783080"/>
            <a:ext cx="5212080" cy="27432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이유 1. 틀린 걸 그대로 복사해 온다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광고를 돌리면 카테고리가 틀려도 팔린다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소싱기는 그 '팔린 상품'의 카테고리를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그대로 가져온다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862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→ 남의 실수가 내 상품에 복사됨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83080"/>
            <a:ext cx="5212080" cy="27432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이유 2. 앞 단어 몇 개로 대충 잡는다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상품명 앞 3~4단어만 네이버에 검색해서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카테고리를 정하는 소싱기도 있다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앞 단어에 따라 엉뚱한 카테고리로 잡힘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862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→ 상품의 진짜 정체와 다를 수 있음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8920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소싱기 카테고리는 '참고'일 뿐, 정답은 직접 확인해야 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카테고리가 먼저, 상품명 키워드는 그 다음입니다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783080"/>
            <a:ext cx="5212080" cy="283464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지금 상품명으로 검색하면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작업대 리프팅 톱 접이식 받침대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기본형 작업다이 목공선반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1순위  공구 &gt; 목공공구 &gt; 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2순위  공구 &gt; 수작업공구 &gt; 작업대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→ 카테고리가 두 갈래로 갈림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783080"/>
            <a:ext cx="5212080" cy="283464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사람들이 실제로 부르는 이름으로 검색하면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테이블쏘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1순위  공구 &gt; 목공공구 &gt; 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→ 정답 카테고리는 '톱'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834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'톱' 카테고리를 먼저 정하고 → 톱에 맞는 키워드로 상품명을 짓는다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카테고리 확인법은 간단하다 but, 문제는 속도!!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828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1051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메인 키워드로 네이버 가격비교 검색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5420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5420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2374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상위 상품들의 카테고리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325526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32552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369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내 상품 카테고리와 비교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396849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502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다르면 정답 카테고리로 수정 +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828800"/>
            <a:ext cx="4544568" cy="269748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10312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1개면 몇 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78892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100개면?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611880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그래서 제일 먼저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AI한테 넘겼습니다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68580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8580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● 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말 한 줄로 카테고리 교정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31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지금부터 제 실제 화면으로 넘어갑니다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31546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8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"이 상품 카테고리 확인 후 틀렸으면 수정해" 지시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3867912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67912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AI가 상품마다 네이버 정답 카테고리를 찾아서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458114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81144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틀린 상품만 골라 불사자에서 직접 수정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529437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94376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94376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바꾼 내역은 구글시트에 자동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제 AI 직원이 하는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지금 실제로 돌리고 있는 것들, 화면으로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지금 AI에게 맡기고 있는 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737360"/>
            <a:ext cx="3413760" cy="178308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6596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13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C38A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50591"/>
            <a:ext cx="2901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카테고리 교정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1"/>
            <a:ext cx="2901696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네이버 정답 카테고리로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틀린 상품만 수정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2168" y="1737360"/>
            <a:ext cx="3413760" cy="178308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8200" y="196596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13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8200" y="1965960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C38A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2450591"/>
            <a:ext cx="2901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상품명 짓기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2907791"/>
            <a:ext cx="2901696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검색되는 키워드로 짓고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그대로 업로드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248" y="1737360"/>
            <a:ext cx="3413760" cy="178308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6280" y="196596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13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6280" y="1965960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C38A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280" y="2450591"/>
            <a:ext cx="2901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옵션명 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6280" y="2907791"/>
            <a:ext cx="2901696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중국어 옵션 → 한국어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쓸데없는 옵션 빼기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3794760"/>
            <a:ext cx="3413760" cy="178308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02336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23360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판매 상품만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07992"/>
            <a:ext cx="2901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효자상품 길이 최적화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65192"/>
            <a:ext cx="2901696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팔리는 상품만 따로 돌림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최종 검수는 내가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2168" y="3794760"/>
            <a:ext cx="3413760" cy="178308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8200" y="402336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8200" y="4023360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수동 병행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8200" y="4507992"/>
            <a:ext cx="2901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썸네일 · 상세페이지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200" y="4965192"/>
            <a:ext cx="2901696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자동화는 완료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비용 때문에 지금은 수동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알바에게 시키던 일: 옵션명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28800"/>
            <a:ext cx="4846320" cy="2377440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389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黑色 加厚款 XL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白色 普通款 L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尺码表 请勿拍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33288" y="2834640"/>
            <a:ext cx="548640" cy="411480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64808" y="1828800"/>
            <a:ext cx="5029200" cy="2377440"/>
          </a:xfrm>
          <a:prstGeom prst="roundRect">
            <a:avLst>
              <a:gd name="adj" fmla="val 8000"/>
            </a:avLst>
          </a:prstGeom>
          <a:solidFill>
            <a:srgbClr val="13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CC38A"/>
                </a:solidFill>
                <a:latin typeface="맑은 고딕"/>
                <a:ea typeface="맑은 고딕"/>
                <a:cs typeface="맑은 고딕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51460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블랙 두꺼운형 XL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화이트 기본형 L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(사이즈표 줄은 판매 제외)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6177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옵션 30개짜리 상품도, 지시 한 줄로 끝까지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상품명, AI가 짓고 그대로 올립니다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7830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키워드 고르기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8288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상위노출에 유리한 키워드 2~5개 선별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450591"/>
            <a:ext cx="9966960" cy="10972"/>
          </a:xfrm>
          <a:prstGeom prst="rect">
            <a:avLst/>
          </a:prstGeom>
          <a:solidFill>
            <a:srgbClr val="343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651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517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조합하기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97479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검색되는 순서로 상품명 작성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319271"/>
            <a:ext cx="9966960" cy="10972"/>
          </a:xfrm>
          <a:prstGeom prst="rect">
            <a:avLst/>
          </a:prstGeom>
          <a:solidFill>
            <a:srgbClr val="343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52043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2043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그대로 업로드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566159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초안이 아니라 실제 등록용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" y="4251960"/>
            <a:ext cx="10789920" cy="141732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8" y="4480560"/>
            <a:ext cx="1600200" cy="384048"/>
          </a:xfrm>
          <a:prstGeom prst="roundRect">
            <a:avLst>
              <a:gd name="adj" fmla="val 8000"/>
            </a:avLst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480560"/>
            <a:ext cx="1600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1217"/>
                </a:solidFill>
                <a:latin typeface="맑은 고딕"/>
                <a:ea typeface="맑은 고딕"/>
                <a:cs typeface="맑은 고딕"/>
              </a:rPr>
              <a:t>효자상품 스킬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443984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실제로 팔리는 상품만 따로 → 상품명 길이까지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98348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이미 팔리는 상품이라, 이때 최종 검수는 사람이 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68580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8580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● 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상품명, AI에게 지어보라고 하겠습니다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31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지금부터 제 실제 화면으로 넘어갑니다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31546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8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 하나 고르기 — 썸네일 보고 무슨 상품인지 AI가 파악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3867912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67912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키워드 후보 중 상위노출에 유리한 2~5개 선별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458114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81144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상품명 완성 → 이 상품명 그대로 업로드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529437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94376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94376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(판매 상품이면) 효자상품 스킬로 길이 최적화 → 제가 최종 검수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68580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8580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● 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AI가 불사자 데이터를 직접 고칩니다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31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지금부터 제 실제 화면으로 넘어갑니다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31546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8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불사자와 AI를 연결해 둔 상태 (MCP 연동)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3867912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67912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"이 상품들 옵션명 정리해줘 / 상품명 지어줘" 지시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458114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81144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AI가 불사자 상품을 직접 열어서 수정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529437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94376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94376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불사자 화면 새로고침 → 바뀐 결과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중간 안내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오늘 보신 것, 직접 해보셔도 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783080"/>
            <a:ext cx="3410712" cy="25146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659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68880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직접 해보세요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46120"/>
            <a:ext cx="28620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오늘 보여드린 방식,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그대로 따라 하셔도 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10712" cy="25146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다만, 쉽지는 않습니다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46120"/>
            <a:ext cx="28620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AI를 가르치는 게 어렵습니다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저도 몇 개월 동안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다듬고 또 다듬었습니다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783080"/>
            <a:ext cx="3410712" cy="251460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9659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468880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수강생에게는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3246120"/>
            <a:ext cx="28620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수동과 거의 같은 품질로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가공·업로드하는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효자상품 스킬을 그대로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66344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혼자 몇 개월 걸릴 길, 다듬어진 상태로 시작하시면 됩니다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68128" y="4526280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4599432"/>
            <a:ext cx="1179576" cy="11795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같은 AI 직원, 방식에 따라 결과가 다릅니다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645920"/>
            <a:ext cx="5257800" cy="37947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8288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빠르게만 1,000개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86000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스킬로 무지성 빠르게 대량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97480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월 310만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47472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판매금액(순) · 한 달</a:t>
            </a:r>
          </a:p>
        </p:txBody>
      </p:sp>
      <p:pic>
        <p:nvPicPr>
          <p:cNvPr id="11" name="Picture 10" descr="성과_1000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931920"/>
            <a:ext cx="4709160" cy="1281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6208" y="1645920"/>
            <a:ext cx="5257800" cy="379476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8288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효자상품 병행 5,000개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286000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빠르게 올리고 + 팔리는 상품은 효자상품 스킬로 다듬기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697480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월 1,400만 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47472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판매금액(순) · 한 달</a:t>
            </a:r>
          </a:p>
        </p:txBody>
      </p:sp>
      <p:pic>
        <p:nvPicPr>
          <p:cNvPr id="17" name="Picture 16" descr="성과_5000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931920"/>
            <a:ext cx="4709160" cy="11681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088" y="55778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빠르게 많이 올리는 것 + 팔리는 상품을 다듬는 것, 둘 다 해야 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60807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계정 테스트 결과 · 한 달 판매금액(순) 기준 · 동일한 결과를 보장하지 않습니다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r_상담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AI가 일하는 동안, 저는 제 시간을 씁니다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28800"/>
            <a:ext cx="3410712" cy="201168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03120"/>
            <a:ext cx="2862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아이와 놀기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788920"/>
            <a:ext cx="2862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AI는 상품명 작업 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10712" cy="201168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2862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숙제 봐주기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2862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AI는 옵션명 정리 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828800"/>
            <a:ext cx="3410712" cy="201168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103120"/>
            <a:ext cx="2862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캠핑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788920"/>
            <a:ext cx="2862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휴대폰으로 한 번씩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4114800"/>
            <a:ext cx="10789920" cy="77724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10241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휴대폰으로 진행 상황 확인 · 추가 지시까지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2578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부업 셀러에게 제일 부족한 건 시간입니다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68580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8580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● 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휴대폰으로 AI 직원 확인하기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31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지금부터 제 실제 화면으로 넘어갑니다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31546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8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컴퓨터에서 AI에게 일 시켜두기 (상품명 · 옵션 작업 등)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3867912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67912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휴대폰 화면 띄우기 — 지금 뭐 하고 있는지 그대로 보임 remote-control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458114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81144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휴대폰에서 추가 지시 한 줄 → 컴퓨터에서 이어서 진행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그래서, 남은 숙제는 이렇게 풀었습니다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28800"/>
            <a:ext cx="5257800" cy="22860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8483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이전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697480"/>
            <a:ext cx="4709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하나씩 SEO 맞춰서 등록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품질은 좋지만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수량이 안 나옴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828800"/>
            <a:ext cx="5257800" cy="228600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8483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97480"/>
            <a:ext cx="4709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같은 방식을 AI에게 가르침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품질은 그대로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속도만 빨라짐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6634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대량 등록이 아니라, '잘 팔리는 방식'을 빠르게 반복합니다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AI는 어디까지 갈까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지금 만들고 있는 것들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지금 만들고 있는 것들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737360"/>
            <a:ext cx="2491740" cy="17373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938528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개발 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39"/>
            <a:ext cx="21259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CS 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88920"/>
            <a:ext cx="21259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고객 문의 답변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초안 자동 작성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0148" y="1737360"/>
            <a:ext cx="2491740" cy="17373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98748" y="1938528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8748" y="1938528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개발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8748" y="2377439"/>
            <a:ext cx="21259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주문 자동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8748" y="2788920"/>
            <a:ext cx="21259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여러 마켓 주문을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한 곳으로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37360"/>
            <a:ext cx="2491740" cy="17373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64808" y="1938528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1938528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개발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377439"/>
            <a:ext cx="21259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배송현황 한 번에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788920"/>
            <a:ext cx="21259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흩어진 배송 조회를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한 화면으로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2267" y="1737360"/>
            <a:ext cx="2491740" cy="17373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0867" y="1938528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0867" y="1938528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개발 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0867" y="2377439"/>
            <a:ext cx="21259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구매확정 대상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0867" y="2788920"/>
            <a:ext cx="21259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누를 수 있는 건만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리스트업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" y="3703320"/>
            <a:ext cx="2491740" cy="17373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3904487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904487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개발 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343400"/>
            <a:ext cx="21259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판매 상품 잠금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754879"/>
            <a:ext cx="21259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팔린 상품은 실수로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삭제 안 되게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0148" y="3703320"/>
            <a:ext cx="2491740" cy="17373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98748" y="3904487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8748" y="3904487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개발 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8748" y="4343400"/>
            <a:ext cx="21259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매일 유입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8748" y="4754879"/>
            <a:ext cx="21259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마켓별 유입을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아침에 한눈에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6208" y="3703320"/>
            <a:ext cx="2491740" cy="17373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64808" y="3904487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3904487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개발 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343400"/>
            <a:ext cx="21259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SNS 자동발행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4754879"/>
            <a:ext cx="21259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인스타 · 스레드 ·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쿠팡파트너스 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2267" y="3703320"/>
            <a:ext cx="2491740" cy="173736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 w="19050">
            <a:solidFill>
              <a:srgbClr val="F4B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0867" y="3904487"/>
            <a:ext cx="2125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❓ 여러분은?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0867" y="4434840"/>
            <a:ext cx="21259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자동화하고 싶은 일,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채팅으로 남겨주세요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다 연결되면, 셀러의 하루는 이렇게 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74519"/>
            <a:ext cx="1993392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103120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아침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697480"/>
            <a:ext cx="15910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유입 리포트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3220" y="1874519"/>
            <a:ext cx="1993392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4388" y="2103120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오전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4388" y="2697480"/>
            <a:ext cx="15910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주문·배송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이미 정리됨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1874519"/>
            <a:ext cx="1993392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103120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점심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97480"/>
            <a:ext cx="15910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CS 답변 초안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1484" y="1874519"/>
            <a:ext cx="1993392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2652" y="2103120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오후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2652" y="2697480"/>
            <a:ext cx="15910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신규 상품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등록 지시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0616" y="1874519"/>
            <a:ext cx="1993392" cy="210312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1784" y="2103120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저녁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697480"/>
            <a:ext cx="15910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가족과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48056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AI가 일하고, 사람은 판단합니다. 1인 셀러가 팀처럼 일하는 구조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4630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오늘 하고 싶은 말은 하나입니다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1031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같은 알바생이어도,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9260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잘 가르친 가게가 장사가 잘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977639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AI도 똑같습니다. 똑똑한 AI보다, 잘 가르친 AI가 돈을 법니다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5029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 가르치는 과정, 처음부터 혼자 할 필요는 없습니다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구매대행 = 디지털 노가다?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다들 디지털 노마드가 아니라, 디지털 노가다라고 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286000"/>
            <a:ext cx="4846320" cy="2194560"/>
          </a:xfrm>
          <a:prstGeom prst="roundRect">
            <a:avLst>
              <a:gd name="adj" fmla="val 8000"/>
            </a:avLst>
          </a:prstGeom>
          <a:solidFill>
            <a:srgbClr val="2E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디지털 노가다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297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상품명 · 썸네일 · 옵션 · 상세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손으로 밤새 반복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33288" y="3200400"/>
            <a:ext cx="548640" cy="411480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64808" y="2286000"/>
            <a:ext cx="5029200" cy="219456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5146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진짜 디지털 노마드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5468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반복은 AI 직원에게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나는 판단하고, 어디서든 일한다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93776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진짜 디지털 노마드가 될 수 있다는 걸, 직접 알게 되실 겁니다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실전반 4기에서 가져가실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783080"/>
            <a:ext cx="2377440" cy="26517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51760"/>
            <a:ext cx="1920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상품명만으로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상위노출 되는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상품 찾기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18104" y="2926080"/>
            <a:ext cx="347472" cy="329184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11296" y="1783080"/>
            <a:ext cx="2377440" cy="26517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20116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업로드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2651760"/>
            <a:ext cx="1920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올리는 순간부터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상위노출 되게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등록하기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5312" y="2926080"/>
            <a:ext cx="347472" cy="329184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18504" y="1783080"/>
            <a:ext cx="2377440" cy="265176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0116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가공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651760"/>
            <a:ext cx="1920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팔리는 상품은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속성·태그까지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더 잘 팔리게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32519" y="2926080"/>
            <a:ext cx="347472" cy="329184"/>
          </a:xfrm>
          <a:prstGeom prst="rightArrow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25712" y="1783080"/>
            <a:ext cx="2377440" cy="265176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20116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AI 스킬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651760"/>
            <a:ext cx="1920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용팀장 스킬을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플러그인으로 받아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수량 늘리기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8463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오늘 보신 AI 직원, 4기 수강생은 그대로 받아서 씁니다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3주 오프라인 AI 셀링 실전반 4기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용감한 용팀장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194560"/>
            <a:ext cx="3413760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450591"/>
            <a:ext cx="286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온라인 OT 1회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063239"/>
            <a:ext cx="286512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AI 직원 세팅부터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같이 시작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2168" y="2194560"/>
            <a:ext cx="3413760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6488" y="2450591"/>
            <a:ext cx="286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오프라인 3회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6488" y="3063239"/>
            <a:ext cx="286512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토요일 · 서울 강남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(선릉역 또는 강남역 주변)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0248" y="2194560"/>
            <a:ext cx="3413760" cy="21031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4568" y="2450591"/>
            <a:ext cx="286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줌 보강 3회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568" y="3063239"/>
            <a:ext cx="286512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수요일 · 막힌 곳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다시 잡아드림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8006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오늘 보신 AI 직원 세팅, 첫날 OT에서 같이 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실전반 커리큘럼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91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OT · AI 직원 세팅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내 컴퓨터에 AI 직원 세팅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276856"/>
            <a:ext cx="9966960" cy="10972"/>
          </a:xfrm>
          <a:prstGeom prst="rect">
            <a:avLst/>
          </a:prstGeom>
          <a:solidFill>
            <a:srgbClr val="343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47802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7802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1주차 · 10/10(토) 소싱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23744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데이터 기반 상품 선정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063239"/>
            <a:ext cx="9966960" cy="10972"/>
          </a:xfrm>
          <a:prstGeom prst="rect">
            <a:avLst/>
          </a:prstGeom>
          <a:solidFill>
            <a:srgbClr val="343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26440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6440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2주차 · 10/17(토) 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31012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SEO · 등록 최적화 · 카테고리/상품명 자동화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849624"/>
            <a:ext cx="9966960" cy="10972"/>
          </a:xfrm>
          <a:prstGeom prst="rect">
            <a:avLst/>
          </a:prstGeom>
          <a:solidFill>
            <a:srgbClr val="343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50791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5079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3주차 · 10/24(토) 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096511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시스템화 · 업무 위임 · 루틴화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4636008"/>
            <a:ext cx="9966960" cy="10972"/>
          </a:xfrm>
          <a:prstGeom prst="rect">
            <a:avLst/>
          </a:prstGeom>
          <a:solidFill>
            <a:srgbClr val="343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83717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3717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수료 후 · 매월 1회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882896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오프라인 스터디로 계속 점검 · 업데이트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6692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오늘 본 AI 직원, 내 스토어 기준으로 직접 세팅합니다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4기 일정, 한눈에 보세요</a:t>
            </a:r>
          </a:p>
        </p:txBody>
      </p:sp>
      <p:pic>
        <p:nvPicPr>
          <p:cNvPr id="6" name="Picture 5" descr="4기_일정_달력_v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600200"/>
            <a:ext cx="7589520" cy="34088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8288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10/9(금) 개강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42316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정원 20명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직접 피드백 가능한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인원만 받습니다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840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온·오프 전부 녹화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1년 다시 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_상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수강생 후기 1</a:t>
            </a:r>
          </a:p>
        </p:txBody>
      </p:sp>
      <p:pic>
        <p:nvPicPr>
          <p:cNvPr id="4" name="Picture 3" descr="후기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82512"/>
            <a:ext cx="12198096" cy="484632"/>
          </a:xfrm>
          <a:prstGeom prst="rect">
            <a:avLst/>
          </a:prstGeom>
          <a:solidFill>
            <a:srgbClr val="0E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수강생 후기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수강생 후기 2</a:t>
            </a:r>
          </a:p>
        </p:txBody>
      </p:sp>
      <p:pic>
        <p:nvPicPr>
          <p:cNvPr id="4" name="Picture 3" descr="후기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82512"/>
            <a:ext cx="12198096" cy="484632"/>
          </a:xfrm>
          <a:prstGeom prst="rect">
            <a:avLst/>
          </a:prstGeom>
          <a:solidFill>
            <a:srgbClr val="0E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수강생 후기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수강생 후기 3</a:t>
            </a:r>
          </a:p>
        </p:txBody>
      </p:sp>
      <p:pic>
        <p:nvPicPr>
          <p:cNvPr id="4" name="Picture 3" descr="후기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82512"/>
            <a:ext cx="12198096" cy="484632"/>
          </a:xfrm>
          <a:prstGeom prst="rect">
            <a:avLst/>
          </a:prstGeom>
          <a:solidFill>
            <a:srgbClr val="0E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수강생 후기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용팀장 실전반 4기 모집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18872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가격은 계속 인상됩니다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240280"/>
            <a:ext cx="1993392" cy="16002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23160"/>
            <a:ext cx="1627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260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198만 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3220" y="2240280"/>
            <a:ext cx="1993392" cy="16002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6100" y="2423160"/>
            <a:ext cx="1627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2기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6100" y="29260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220만 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2240280"/>
            <a:ext cx="1993392" cy="16002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1627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3기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9260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230만 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1484" y="2240280"/>
            <a:ext cx="1993392" cy="160020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 w="19050">
            <a:solidFill>
              <a:srgbClr val="F4B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4364" y="2423160"/>
            <a:ext cx="1627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현재 모집 ▶ 4기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4364" y="29260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238만 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0616" y="2240280"/>
            <a:ext cx="1993392" cy="16002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423160"/>
            <a:ext cx="1627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5기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29260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약 250만 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59" y="3931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(부가세 포함)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3931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5484D"/>
                </a:solidFill>
                <a:latin typeface="맑은 고딕"/>
                <a:ea typeface="맑은 고딕"/>
                <a:cs typeface="맑은 고딕"/>
              </a:rPr>
              <a:t>↑ 인상 예정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" y="452628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26280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12개월 할부 기준  월 약 19.8만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526280"/>
            <a:ext cx="4023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※ 할부 조건은 카드사별로 다름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실전반은 한달로 끝나지 않습니다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매월 1회 오프라인 스터디 (선택)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2860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6771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직접 만나서 진행 상황 점검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30358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0358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17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서로의 사례와 시행착오 공유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37856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78561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673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바뀌는 플랫폼 · AI 활용법 업데이트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453542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45354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1713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제 스킬이 좋아지면, 수강생 스킬도 같이 업데이트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r_상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약속드린 자료, 지금 드립니다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오늘 끝까지 함께해 주신 분 전원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194560"/>
            <a:ext cx="6035040" cy="237744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AI 직원 생성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상세페이지 제작 지침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스마트스토어 광고 전략 점검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썸네일 변경 프롬프트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· 해외 배송비 측정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3448" y="2194560"/>
            <a:ext cx="4480560" cy="237744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2423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자료 받기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29718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비밀번호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34747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1006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0888" y="2423160"/>
            <a:ext cx="1920240" cy="192024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자료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28" y="2514600"/>
            <a:ext cx="1737360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088" y="49834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적극 참여 3분 · 마켓 점검 당첨자 발표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473952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1:1 상담 신청 · 부담 없이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02568" y="621792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r_상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2453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신청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4기 신청, 지금 받습니다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828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QR 찍기 또는 채팅 링크 클릭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87451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587751"/>
            <a:ext cx="7223760" cy="10972"/>
          </a:xfrm>
          <a:prstGeom prst="rect">
            <a:avLst/>
          </a:prstGeom>
          <a:solidFill>
            <a:srgbClr val="343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88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신청서 작성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8346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3분이면 끝납니다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547871"/>
            <a:ext cx="7223760" cy="10972"/>
          </a:xfrm>
          <a:prstGeom prst="rect">
            <a:avLst/>
          </a:prstGeom>
          <a:solidFill>
            <a:srgbClr val="343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74903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4903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결제 → 안내 문자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79475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할부 가능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무이자는 카드사별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783080"/>
            <a:ext cx="2697480" cy="26974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920240"/>
            <a:ext cx="2423160" cy="2423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03920" y="46177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정원 20명 · 10/9 개강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3035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신청서 쓰시면서 들으세요 — 자주 받는 질문 답변 드릴게요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1:1 상담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58368"/>
            <a:ext cx="64008" cy="731520"/>
          </a:xfrm>
          <a:prstGeom prst="rect">
            <a:avLst/>
          </a:prstGeom>
          <a:solidFill>
            <a:srgbClr val="F4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고민되시면, 1:1 상담 먼저 받아보세요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20240"/>
            <a:ext cx="5257800" cy="2377440"/>
          </a:xfrm>
          <a:prstGeom prst="roundRect">
            <a:avLst>
              <a:gd name="adj" fmla="val 8000"/>
            </a:avLst>
          </a:prstGeom>
          <a:solidFill>
            <a:srgbClr val="2B2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7627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바로 신청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788920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신청서 3분이면 끝납니다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920240"/>
            <a:ext cx="5257800" cy="237744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17627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1:1 상담 먼저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788920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구글폼 작성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바로 결제가 부담되시면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용팀장과 상담 후 결정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228600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7" y="2377440"/>
            <a:ext cx="1463040" cy="14630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665208" y="228600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상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48" y="2377440"/>
            <a:ext cx="146304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088" y="4754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바로 결제가 부담되시면, 상담부터 하셔도 됩니다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컴퓨터를 정말 못하는데 따라갈 수 있을까요?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세팅이 제일 어려운 구간 맞습니다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그래서 OT와 오프라인에서 같이 세팅합니다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의지가 중요하지, 지금 실력이 중요한 게 아닙니다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수강하면 매출이 얼마나 나오나요?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약속드리는 건 '기준'과 '시간', 그리고 '유입'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상품 1,000개 단순 업로드 매출은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월 약 300만 원 수준 (판매금액 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효자상품을 병행하면 더 오릅니다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(제 테스트: 5,000개 · 월 1,400만 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AI가 다 해준다면서, 왜 배워야 하나요?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AI는 똑똑한 알바일 뿐, 내가 다 알아야 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기준 없이 시키면 결과도 엉망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 기준을 내 스토어에 맞게 세우는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 도구 비용이 매달 더 드는 거 아닌가요?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네, 별도 비용이 듭니다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직원 한 명 월급과 비교하면 훨씬 적음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낭비 없는 요금제 세팅까지 같이 잡아드림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이미 반자동 프로그램 · 챗GPT를 쓰고 있어요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지금 쓰는 도구는 그대로 쓰셔도 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 도구들은 손을 대신할 뿐, 판단은 못 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 위에 '판단 기준'을 얹는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수동 방식이면 시간이 많이 들지 않나요?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처음엔 상품명에만 집중해서 시작합니다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팔리는 상품만 속성·태그까지 더 가공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반복 작업은 AI 스킬로 속도를 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직장 다니면서, 육아하면서 가능할까요?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저도 은행 다니면서, 육아하면서 시작했습니다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처음엔 하루 2~3시간은 투자해야 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구조가 잡히면 판단만 하는 시간으로 줄어듭니다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지금 시작하면 너무 늦은 거 아닌가요?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'끝물'이라는 말은 매년 나왔습니다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그 사이에도 팔 사람은 계속 팔았습니다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AI를 제대로 쓰는 셀러는 아직 드뭅니다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지금이 가장 빠른 시기입니다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지방에 사는데 오프라인 3번 다 가야 하나요?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오프라인은 토요일 3회, 서울 강남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수요일 줌 보강 3회로 다시 잡아드림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온·오프 전부 녹화, 1년 다시 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오프라인 3번으로 진짜 되나요?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OT + 오프라인 3회 + 줌 보강 3회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목표는 '다 배우기'가 아니라 확신 갖기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졸업 후에도 매월 정기 모임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할부 되나요? 마감은 언제인가요?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카드 12개월 할부 시 월 198,000원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무이자는 카드사마다 조건 보셔야 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정원 20명 · 10월 9일(금) 개강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FAQ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6400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Q12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603504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수강 전에 뭘 준비해야 하나요?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11680"/>
            <a:ext cx="7680960" cy="3931920"/>
          </a:xfrm>
          <a:prstGeom prst="roundRect">
            <a:avLst>
              <a:gd name="adj" fmla="val 8000"/>
            </a:avLst>
          </a:prstGeom>
          <a:solidFill>
            <a:srgbClr val="1B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노트북 (오프라인에 가져오기)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사전 준비 영상 확인 (사업자, 입점 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720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유튜브 기본 이론 영상 몇 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807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4기 신청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697480"/>
            <a:ext cx="2075688" cy="2075688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807208"/>
            <a:ext cx="1856231" cy="185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0" y="4937760"/>
            <a:ext cx="2807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정원 20명 · 10/9(금) 개강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용팀장 무료 라이브 · 일하는 AI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651052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6B70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F6F6F4"/>
                </a:solidFill>
                <a:latin typeface="맑은 고딕"/>
                <a:ea typeface="맑은 고딕"/>
                <a:cs typeface="맑은 고딕"/>
              </a:rPr>
              <a:t>오늘 감사했습니다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반복은 AI에게, 판단은 사람에게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429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A6A6A8"/>
                </a:solidFill>
                <a:latin typeface="맑은 고딕"/>
                <a:ea typeface="맑은 고딕"/>
                <a:cs typeface="맑은 고딕"/>
              </a:rPr>
              <a:t>실전반 4기 · 10/9(금) 개강 · 정원 20명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463040"/>
            <a:ext cx="2697480" cy="26974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gig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600200"/>
            <a:ext cx="242316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42976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4BC2E"/>
                </a:solidFill>
                <a:latin typeface="맑은 고딕"/>
                <a:ea typeface="맑은 고딕"/>
                <a:cs typeface="맑은 고딕"/>
              </a:rPr>
              <a:t>gigclass.kr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