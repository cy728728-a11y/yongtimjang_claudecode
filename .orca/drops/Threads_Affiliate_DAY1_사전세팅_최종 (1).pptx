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6D5DFB"/>
                </a:solidFill>
                <a:latin typeface="Noto Sans CJK KR"/>
                <a:ea typeface="Noto Sans CJK KR"/>
                <a:cs typeface="Noto Sans CJK KR"/>
              </a:rPr>
              <a:t>THREADS × AFFILIATE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621792" y="1243584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DAY 1</a:t>
            </a:r>
          </a:p>
          <a:p>
            <a:pPr marL="0" indent="0">
              <a:buNone/>
              <a:defRPr/>
            </a:pPr>
            <a:r>
              <a:rPr lang="en-US" sz="3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사전 세팅 실습 가이드</a:t>
            </a:r>
            <a:endParaRPr lang="en-US" sz="3300"/>
          </a:p>
        </p:txBody>
      </p:sp>
      <p:sp>
        <p:nvSpPr>
          <p:cNvPr id="4" name="Text 2"/>
          <p:cNvSpPr/>
          <p:nvPr/>
        </p:nvSpPr>
        <p:spPr>
          <a:xfrm>
            <a:off x="658368" y="283464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하입덕 세팅 → Instagram 계정 생성 → 프로필 적용 → 인지작업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85800" y="3785616"/>
            <a:ext cx="4846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40416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6D5DFB"/>
                </a:solidFill>
                <a:latin typeface="Noto Sans CJK KR"/>
                <a:ea typeface="Noto Sans CJK KR"/>
                <a:cs typeface="Noto Sans CJK KR"/>
              </a:rPr>
              <a:t>오늘의 원칙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960120" y="43708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1일차는 Threads 가입 전, 계정 방향과 Instagram 기반을</a:t>
            </a:r>
          </a:p>
          <a:p>
            <a:pPr marL="0" indent="0">
              <a:buNone/>
              <a:defRPr/>
            </a:pPr>
            <a:r>
              <a:rPr lang="en-US" sz="125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먼저 완성하는 날입니다.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9326880" y="914400"/>
            <a:ext cx="2011680" cy="2011680"/>
          </a:xfrm>
          <a:prstGeom prst="arc">
            <a:avLst>
              <a:gd name="adj1" fmla="val 16200000"/>
              <a:gd name="adj2" fmla="val 0"/>
            </a:avLst>
          </a:prstGeom>
          <a:noFill/>
          <a:ln w="38100">
            <a:solidFill>
              <a:srgbClr val="6D5DFB">
                <a:alpha val="6500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726680" y="3429000"/>
            <a:ext cx="3611880" cy="713232"/>
          </a:xfrm>
          <a:prstGeom prst="roundRect">
            <a:avLst>
              <a:gd name="adj" fmla="val 14286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01000" y="3694176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SETTING COMPLETE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01</a:t>
            </a:r>
            <a:endParaRPr lang="en-US" sz="7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전체 흐름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하루에 몰아서 가입부터 게시까지 하지 않고, 단계별로 세팅합니다.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사전 세팅 · 02</a:t>
            </a:r>
            <a:endParaRPr lang="en-US" sz="70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4871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49047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4533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확장프로그램 설치</a:t>
            </a:r>
            <a:endParaRPr lang="en-US" sz="122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크롬 웹스토어에서 하입덕 설치</a:t>
            </a:r>
            <a:endParaRPr lang="en-US" sz="870"/>
          </a:p>
        </p:txBody>
      </p:sp>
      <p:sp>
        <p:nvSpPr>
          <p:cNvPr id="10" name="Shape 8"/>
          <p:cNvSpPr/>
          <p:nvPr/>
        </p:nvSpPr>
        <p:spPr>
          <a:xfrm>
            <a:off x="3474720" y="1325880"/>
            <a:ext cx="24871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149047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4176" y="154533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/>
          </a:p>
        </p:txBody>
      </p:sp>
      <p:sp>
        <p:nvSpPr>
          <p:cNvPr id="13" name="Text 11"/>
          <p:cNvSpPr/>
          <p:nvPr/>
        </p:nvSpPr>
        <p:spPr>
          <a:xfrm>
            <a:off x="3657600" y="1892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하입덕 계정 추가</a:t>
            </a:r>
            <a:endParaRPr lang="en-US" sz="1220"/>
          </a:p>
        </p:txBody>
      </p:sp>
      <p:sp>
        <p:nvSpPr>
          <p:cNvPr id="14" name="Text 12"/>
          <p:cNvSpPr/>
          <p:nvPr/>
        </p:nvSpPr>
        <p:spPr>
          <a:xfrm>
            <a:off x="3657600" y="2157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 → 계정 연결 → 임시 사용자명 추가</a:t>
            </a:r>
            <a:endParaRPr lang="en-US" sz="87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24871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149047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54533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/>
          </a:p>
        </p:txBody>
      </p:sp>
      <p:sp>
        <p:nvSpPr>
          <p:cNvPr id="18" name="Text 16"/>
          <p:cNvSpPr/>
          <p:nvPr/>
        </p:nvSpPr>
        <p:spPr>
          <a:xfrm>
            <a:off x="6492240" y="1892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계정 세팅</a:t>
            </a:r>
            <a:endParaRPr lang="en-US" sz="1220"/>
          </a:p>
        </p:txBody>
      </p:sp>
      <p:sp>
        <p:nvSpPr>
          <p:cNvPr id="19" name="Text 17"/>
          <p:cNvSpPr/>
          <p:nvPr/>
        </p:nvSpPr>
        <p:spPr>
          <a:xfrm>
            <a:off x="6492240" y="2157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제휴마케팅 계정 세팅을 끝까지 진행</a:t>
            </a:r>
            <a:endParaRPr lang="en-US" sz="870"/>
          </a:p>
        </p:txBody>
      </p:sp>
      <p:sp>
        <p:nvSpPr>
          <p:cNvPr id="20" name="Shape 18"/>
          <p:cNvSpPr/>
          <p:nvPr/>
        </p:nvSpPr>
        <p:spPr>
          <a:xfrm>
            <a:off x="9144000" y="1325880"/>
            <a:ext cx="24871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149047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154533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/>
          </a:p>
        </p:txBody>
      </p:sp>
      <p:sp>
        <p:nvSpPr>
          <p:cNvPr id="23" name="Text 21"/>
          <p:cNvSpPr/>
          <p:nvPr/>
        </p:nvSpPr>
        <p:spPr>
          <a:xfrm>
            <a:off x="9326880" y="1892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ID·이미지 준비</a:t>
            </a:r>
            <a:endParaRPr lang="en-US" sz="1220"/>
          </a:p>
        </p:txBody>
      </p:sp>
      <p:sp>
        <p:nvSpPr>
          <p:cNvPr id="24" name="Text 22"/>
          <p:cNvSpPr/>
          <p:nvPr/>
        </p:nvSpPr>
        <p:spPr>
          <a:xfrm>
            <a:off x="9326880" y="215798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ID 수정, 프로필 이미지 생성</a:t>
            </a:r>
            <a:endParaRPr lang="en-US" sz="870"/>
          </a:p>
        </p:txBody>
      </p:sp>
      <p:sp>
        <p:nvSpPr>
          <p:cNvPr id="25" name="Shape 23"/>
          <p:cNvSpPr/>
          <p:nvPr/>
        </p:nvSpPr>
        <p:spPr>
          <a:xfrm>
            <a:off x="640080" y="3291840"/>
            <a:ext cx="24871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345643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5112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750"/>
          </a:p>
        </p:txBody>
      </p:sp>
      <p:sp>
        <p:nvSpPr>
          <p:cNvPr id="28" name="Text 26"/>
          <p:cNvSpPr/>
          <p:nvPr/>
        </p:nvSpPr>
        <p:spPr>
          <a:xfrm>
            <a:off x="822960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구글·인스타 가입</a:t>
            </a:r>
            <a:endParaRPr lang="en-US" sz="1220"/>
          </a:p>
        </p:txBody>
      </p:sp>
      <p:sp>
        <p:nvSpPr>
          <p:cNvPr id="29" name="Text 27"/>
          <p:cNvSpPr/>
          <p:nvPr/>
        </p:nvSpPr>
        <p:spPr>
          <a:xfrm>
            <a:off x="822960" y="41239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 기기는 한 가지로 유지</a:t>
            </a:r>
            <a:endParaRPr lang="en-US" sz="870"/>
          </a:p>
        </p:txBody>
      </p:sp>
      <p:sp>
        <p:nvSpPr>
          <p:cNvPr id="30" name="Shape 28"/>
          <p:cNvSpPr/>
          <p:nvPr/>
        </p:nvSpPr>
        <p:spPr>
          <a:xfrm>
            <a:off x="3474720" y="3291840"/>
            <a:ext cx="24871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39312" y="345643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94176" y="35112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750"/>
          </a:p>
        </p:txBody>
      </p:sp>
      <p:sp>
        <p:nvSpPr>
          <p:cNvPr id="33" name="Text 31"/>
          <p:cNvSpPr/>
          <p:nvPr/>
        </p:nvSpPr>
        <p:spPr>
          <a:xfrm>
            <a:off x="3657600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프로필 적용</a:t>
            </a:r>
            <a:endParaRPr lang="en-US" sz="1220"/>
          </a:p>
        </p:txBody>
      </p:sp>
      <p:sp>
        <p:nvSpPr>
          <p:cNvPr id="34" name="Text 32"/>
          <p:cNvSpPr/>
          <p:nvPr/>
        </p:nvSpPr>
        <p:spPr>
          <a:xfrm>
            <a:off x="3657600" y="41239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이름, 소개글, 이미지 세팅</a:t>
            </a:r>
            <a:endParaRPr lang="en-US" sz="870"/>
          </a:p>
        </p:txBody>
      </p:sp>
      <p:sp>
        <p:nvSpPr>
          <p:cNvPr id="35" name="Shape 33"/>
          <p:cNvSpPr/>
          <p:nvPr/>
        </p:nvSpPr>
        <p:spPr>
          <a:xfrm>
            <a:off x="6309360" y="3291840"/>
            <a:ext cx="24871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3952" y="345643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35112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750"/>
          </a:p>
        </p:txBody>
      </p:sp>
      <p:sp>
        <p:nvSpPr>
          <p:cNvPr id="38" name="Text 36"/>
          <p:cNvSpPr/>
          <p:nvPr/>
        </p:nvSpPr>
        <p:spPr>
          <a:xfrm>
            <a:off x="6492240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인스타 인지작업</a:t>
            </a:r>
            <a:endParaRPr lang="en-US" sz="1220"/>
          </a:p>
        </p:txBody>
      </p:sp>
      <p:sp>
        <p:nvSpPr>
          <p:cNvPr id="39" name="Text 37"/>
          <p:cNvSpPr/>
          <p:nvPr/>
        </p:nvSpPr>
        <p:spPr>
          <a:xfrm>
            <a:off x="6492240" y="41239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 8 키워드 검색 후 자연스럽게 활동</a:t>
            </a:r>
            <a:endParaRPr lang="en-US" sz="870"/>
          </a:p>
        </p:txBody>
      </p:sp>
      <p:sp>
        <p:nvSpPr>
          <p:cNvPr id="40" name="Shape 38"/>
          <p:cNvSpPr/>
          <p:nvPr/>
        </p:nvSpPr>
        <p:spPr>
          <a:xfrm>
            <a:off x="9144000" y="3291840"/>
            <a:ext cx="2487168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08592" y="345643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63456" y="3511296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9326880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종료</a:t>
            </a:r>
            <a:endParaRPr lang="en-US" sz="1220"/>
          </a:p>
        </p:txBody>
      </p:sp>
      <p:sp>
        <p:nvSpPr>
          <p:cNvPr id="44" name="Text 42"/>
          <p:cNvSpPr/>
          <p:nvPr/>
        </p:nvSpPr>
        <p:spPr>
          <a:xfrm>
            <a:off x="9326880" y="412394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가입과 상품글은 아직 금지</a:t>
            </a:r>
            <a:endParaRPr lang="en-US" sz="870"/>
          </a:p>
        </p:txBody>
      </p:sp>
      <p:sp>
        <p:nvSpPr>
          <p:cNvPr id="45" name="Shape 43"/>
          <p:cNvSpPr/>
          <p:nvPr/>
        </p:nvSpPr>
        <p:spPr>
          <a:xfrm>
            <a:off x="2194560" y="5907024"/>
            <a:ext cx="795528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FED7AA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59152" y="6035040"/>
            <a:ext cx="7626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9A341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DAY 1에는 Threads 가입, 제휴 링크 등록, 상품글 발행을 하지 않습니다.</a:t>
            </a:r>
            <a:endParaRPr lang="en-US" sz="9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0. 하입덕 확장프로그램 설치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크롬 웹스토어에서 하입덕 확장프로그램을 먼저 설치합니다.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03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진행 순서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58368" y="1951482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50976" y="1828800"/>
            <a:ext cx="354787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크롬 웹스토어 접속.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58368" y="2527554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50976" y="2404872"/>
            <a:ext cx="354787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하입덕 Hypeduck 확장프로그램 설치.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58368" y="3103626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50976" y="2980944"/>
            <a:ext cx="354787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설치 후 하입덕 사이트에 접속.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58368" y="3679698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50976" y="3557016"/>
            <a:ext cx="354787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로그인 후 설정 메뉴로 이동.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5029200" y="1417320"/>
            <a:ext cx="630936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Chrome Web Store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5486400" y="254203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6D5DFB"/>
                </a:solidFill>
                <a:latin typeface="Noto Sans CJK KR"/>
                <a:ea typeface="Noto Sans CJK KR"/>
                <a:cs typeface="Noto Sans CJK KR"/>
              </a:rPr>
              <a:t>하입덕(Hypeduck) · 릴스·스레드 인사이트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5486400" y="31821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설치가 끝나면 hypeduck.ai로 이동해서 로그인합니다.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5486400" y="3840480"/>
            <a:ext cx="3749040" cy="475488"/>
          </a:xfrm>
          <a:prstGeom prst="roundRect">
            <a:avLst>
              <a:gd name="adj" fmla="val 15385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623560" y="39867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확장프로그램 설치 완료 후 다음 단계 진행</a:t>
            </a:r>
            <a:endParaRPr lang="en-US" sz="95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1. 하입덕 설정에서 계정 연결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하입덕 사이트 접속 후 설정 메뉴에서 계정을 추가합니다.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04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해야 할 일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23669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hypeduck.ai 접속 후 로그인.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499741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왼쪽 메뉴에서 설정 클릭.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75813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상단의 계정 연결 버튼 클릭.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51885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처음에는 임시 계정 추가로 진행.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4892040" y="1207008"/>
            <a:ext cx="681228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29b6cd9d-ff77-4932-97b7-fade4c857ef0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46904" y="2504522"/>
            <a:ext cx="6702552" cy="266277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1-2. 임시 사용자명 추가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Threads 계정이 아직 없어도 세팅을 먼저 시작할 수 있습니다.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05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입력 방법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42719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사용자명으로 바로 추가 선택.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518791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아무 영어 사용자명을 입력.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94863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예: dddd, testduck 등.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70935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추가 버튼을 눌러 임시 계정을 생성.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621792" y="5650992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FED7AA">
                <a:alpha val="8500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86384" y="577900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임시값이므로 실제 사용할 최종 ID와 달라도 괜찮습니다.</a:t>
            </a:r>
            <a:endParaRPr lang="en-US" sz="920"/>
          </a:p>
        </p:txBody>
      </p:sp>
      <p:sp>
        <p:nvSpPr>
          <p:cNvPr id="16" name="Shape 14"/>
          <p:cNvSpPr/>
          <p:nvPr/>
        </p:nvSpPr>
        <p:spPr>
          <a:xfrm>
            <a:off x="4892040" y="1207008"/>
            <a:ext cx="681228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Image 0" descr="/mnt/data/02017318-98d9-4053-a69f-3a1815ccac64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38416" y="1261872"/>
            <a:ext cx="4519528" cy="51480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2. AI 계정 세팅 시작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추가한 계정에서 AI 계정 세팅을 눌러 빌더를 실행합니다.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06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선택 순서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33194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계정 화면에서 AI 계정 세팅 클릭.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499741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AI 계정 세팅 빌더가 열리면 제휴마케팅 계정 세팅 선택.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85338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일반 계정 세팅이 아니라 제휴마케팅 계정 세팅으로 진행.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4828032" y="1170432"/>
            <a:ext cx="6583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3" name="Image 0" descr="/mnt/data/1a638bab-6657-44a8-97ee-345e0008b945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62473" y="1225296"/>
            <a:ext cx="4314798" cy="22219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394960" y="3767328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1" descr="/mnt/data/7ff5d1b4-8a4d-4fae-b0fb-8a4cc45196e7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31522" y="3822192"/>
            <a:ext cx="3367556" cy="185623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3. 중간 저장하지 말고 계속 진행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4단계 정도에서 저장 버튼이 떠도 바로 누르지 않습니다.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07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중요 포인트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23669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4단계까지만 해도 저장 버튼이 활성화될 수 있음.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499741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이때 저장하지 말고 계속 진행.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75813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성향, 페르소나, 키워드, 프로필까지 이어서 작성.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51885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일상글까지 생성되어야 최종 저장 가능.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621792" y="5650992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FED7AA">
                <a:alpha val="8500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86384" y="577900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중간에 저장하고 결과 보기 누르지 말 것.</a:t>
            </a:r>
            <a:endParaRPr lang="en-US" sz="920"/>
          </a:p>
        </p:txBody>
      </p:sp>
      <p:sp>
        <p:nvSpPr>
          <p:cNvPr id="16" name="Shape 14"/>
          <p:cNvSpPr/>
          <p:nvPr/>
        </p:nvSpPr>
        <p:spPr>
          <a:xfrm>
            <a:off x="4892040" y="1207008"/>
            <a:ext cx="681228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Image 0" descr="/mnt/data/9d0acd58-be05-4e7c-b353-61251ae780b8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295138" y="1261872"/>
            <a:ext cx="6006084" cy="51480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3-2. 일상글까지 완료 후 저장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AI 계정 세팅은 일상글 생성까지 모두 끝낸 뒤 저장합니다.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08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완료 기준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33194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상단 진행 탭이 일상글까지 이동했는지 확인.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509266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일상글 10개가 생성됐는지 확인.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85338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초록 박스에 추출 완료가 표시되는지 확인.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61410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그때 저장하고 결과 보기 클릭.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621792" y="5650992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FED7AA">
                <a:alpha val="8500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86384" y="577900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일상글 10개까지 완료된 뒤 저장합니다.</a:t>
            </a:r>
            <a:endParaRPr lang="en-US" sz="920"/>
          </a:p>
        </p:txBody>
      </p:sp>
      <p:sp>
        <p:nvSpPr>
          <p:cNvPr id="16" name="Shape 14"/>
          <p:cNvSpPr/>
          <p:nvPr/>
        </p:nvSpPr>
        <p:spPr>
          <a:xfrm>
            <a:off x="4892040" y="1207008"/>
            <a:ext cx="681228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Image 0" descr="/mnt/data/e2a42883-3387-4350-b913-267511b3e7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04669" y="1261872"/>
            <a:ext cx="3787022" cy="51480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4. 생성된 페르소나 세팅 확인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저장하면 하입덕 페르소나 세팅에 결과가 자동으로 들어갑니다.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09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확인할 항목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33194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카테고리, 말투, 성격, 타깃 확인.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509266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TOP 8 키워드 확인.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85338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이름과 소개글 확인.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61410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이미지 생성 프롬프트와 일상글 10개 확인.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4892040" y="1207008"/>
            <a:ext cx="681228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de59e07d-c871-4655-85be-734070faba4b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36619" y="1261872"/>
            <a:ext cx="5723123" cy="51480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5. 최종 사용할 ID 수정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추천받은 ID가 중복될 수 있으니 숫자를 붙여 최종 ID를 정합니다.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10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수정 방법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23669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영역에서 추천 ID 확인.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499741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계정 화면 우측 상단의 수정 클릭.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75813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추천 ID 뒤에 원하는 숫자 추가.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51885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Instagram과 Threads에서 사용할 최종 ID로 저장.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6949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2a81c34e-434a-41b5-9038-03d72fca4bf1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47976" y="1289304"/>
            <a:ext cx="5363247" cy="171907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23560" y="3703320"/>
            <a:ext cx="4937760" cy="1993392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Image 1" descr="/mnt/data/88ba814a-b99f-4ed5-a4c2-0ffa02c980c1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696274" y="3758184"/>
            <a:ext cx="2792333" cy="188366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" y="566928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FED7AA">
                <a:alpha val="8500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786384" y="5797296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예: hyori_log92, hyori_log94, hyori_log335처럼 자유롭게 설정.</a:t>
            </a:r>
            <a:endParaRPr lang="en-US" sz="92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6. 프로필 이미지 생성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하입덕 프롬프트를 복사해 ChatGPT로 만들거나, 하입덕에서 직접 생성합니다.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11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두 가지 방법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42719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63931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하입덕의 프로필 이미지 생성 프롬프트 확인.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518791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63931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프롬프트를 복사해 ChatGPT에서 이미지 생성.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94863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63931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또는 하입덕 이미지 생성 버튼 사용.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70935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63931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생성된 이미지는 Instagram 프로필에 사용.</a:t>
            </a:r>
          </a:p>
          <a:p>
            <a:pPr marL="0" indent="0">
              <a:buNone/>
              <a:defRPr/>
            </a:pPr>
            <a:r>
              <a:rPr lang="en-US" altLang="ko-KR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lang="ko-KR" alt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추후에 </a:t>
            </a:r>
            <a:r>
              <a:rPr lang="en-US" altLang="ko-KR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threads</a:t>
            </a:r>
            <a:r>
              <a:rPr lang="ko-KR" alt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에도 사용할 예정</a:t>
            </a:r>
            <a:r>
              <a:rPr lang="en-US" altLang="ko-KR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)</a:t>
            </a:r>
          </a:p>
        </p:txBody>
      </p:sp>
      <p:sp>
        <p:nvSpPr>
          <p:cNvPr id="14" name="Shape 12"/>
          <p:cNvSpPr/>
          <p:nvPr/>
        </p:nvSpPr>
        <p:spPr>
          <a:xfrm>
            <a:off x="4892040" y="1234440"/>
            <a:ext cx="6720840" cy="5120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ab6607cc-8732-4575-b64c-631661658935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46904" y="1352406"/>
            <a:ext cx="6611112" cy="488470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792" y="566928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FED7AA">
                <a:alpha val="8500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86384" y="5816346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하입덕 자체 생성은</a:t>
            </a:r>
            <a:r>
              <a:rPr lang="ko-KR" altLang="en-US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en-US" altLang="ko-KR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15</a:t>
            </a:r>
            <a:r>
              <a:rPr lang="en-US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 크레딧이 소모됩니다.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7. 구글 계정과 작업 기기 정하기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Instagram 가입 전 사용할 구글 이메일과 작업 기기를 정합니다.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12</a:t>
            </a:r>
            <a:endParaRPr lang="en-US" sz="70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1663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구글 계정 생성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960120" y="2157984"/>
            <a:ext cx="4480560" cy="62512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휴대폰으로 새 구글 계정을 만들고,</a:t>
            </a:r>
          </a:p>
          <a:p>
            <a:pPr marL="0" indent="0">
              <a:buNone/>
              <a:defRPr/>
            </a:pPr>
            <a:endParaRPr lang="en-US" sz="1200">
              <a:solidFill>
                <a:srgbClr val="64748B"/>
              </a:solidFill>
              <a:latin typeface="Noto Sans CJK KR"/>
              <a:ea typeface="Noto Sans CJK KR"/>
              <a:cs typeface="Noto Sans CJK KR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이메일과 비밀번호를 따로 기록합니다.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1663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작업 기기 유지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6583680" y="2157984"/>
            <a:ext cx="4480560" cy="62512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휴대폰으로 가입했다면 DAY 1은 휴대폰으로,</a:t>
            </a:r>
          </a:p>
          <a:p>
            <a:pPr marL="0" indent="0">
              <a:buNone/>
              <a:defRPr/>
            </a:pPr>
            <a:endParaRPr lang="en-US" sz="1200">
              <a:solidFill>
                <a:srgbClr val="64748B"/>
              </a:solidFill>
              <a:latin typeface="Noto Sans CJK KR"/>
              <a:ea typeface="Noto Sans CJK KR"/>
              <a:cs typeface="Noto Sans CJK KR"/>
            </a:endParaRPr>
          </a:p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노트북으로 가입했다면 DAY 1은 노트북으로 마무리합니다.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1783080" y="4023360"/>
            <a:ext cx="8641080" cy="914400"/>
          </a:xfrm>
          <a:prstGeom prst="roundRect">
            <a:avLst>
              <a:gd name="adj" fmla="val 12000"/>
            </a:avLst>
          </a:prstGeom>
          <a:solidFill>
            <a:srgbClr val="F1EEFF"/>
          </a:solidFill>
          <a:ln w="12700">
            <a:solidFill>
              <a:srgbClr val="D8B4F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40280" y="4352544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6D5DFB"/>
                </a:solidFill>
                <a:latin typeface="Noto Sans CJK KR"/>
                <a:ea typeface="Noto Sans CJK KR"/>
                <a:cs typeface="Noto Sans CJK KR"/>
              </a:rPr>
              <a:t>DAY 2에는 모두 강의 때 사용할 노트북으로 로그인해서 Threads 가입을 진행합니다.</a:t>
            </a:r>
            <a:endParaRPr lang="en-US" sz="15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8. Instagram 신규 가입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이메일은 구글 이메일, 이름과 사용자명은 하입덕 결과를 활용합니다.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13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입력값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33194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휴대폰 번호 또는 이메일 주소: 구글 이메일.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509266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생년월일: 본인 생년월일.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85338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이름: 하입덕 추천 이름.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61410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사용자 이름: 앞에서 정한 영문 ID.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4892040" y="1207008"/>
            <a:ext cx="681228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f04f500a-06e4-4a3d-994e-b7c560deaf80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41732" y="1261872"/>
            <a:ext cx="4312897" cy="51480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9. 약관 동의 후 인증코드 입력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Instagram 약관 동의 후 이메일 인증까지 완료하면 가입이 끝납니다.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14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진행 순서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33194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약관 및 정책 화면에서 필수 항목 동의.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509266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구글 이메일로 인증코드 확인.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85338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인증코드 입력 후 가입 완료.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61410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가입 완료 후 프로필 편집으로 이동.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4892040" y="1207008"/>
            <a:ext cx="681228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2fec196a-35cf-45a0-9015-946d3f569459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59844" y="1261872"/>
            <a:ext cx="5476672" cy="51480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10. 가입 후 프로필 편집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가입 직후 기본 프로필 상태에서 하입덕 정보를 적용합니다.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15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이동 경로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33194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Instagram 가입 완료 후 내 프로필로 이동.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509266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편집 버튼 클릭.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85338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하입덕에서 만든 이름, 소개글, 이미지를 입력할 준비.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61410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712464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소개글은 판매 문구가 아닌 생활 계정 느낌으로 적용.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4892040" y="1207008"/>
            <a:ext cx="6812280" cy="525780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6ff5b540-7ad8-4e6e-9ce6-723c7b84c182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946904" y="2555447"/>
            <a:ext cx="6702552" cy="256092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10-2. 하입덕 프로필 정보 적용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하입덕에서 생성된 이름, 소개글, 이미지를 Instagram에 그대로 적용합니다.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16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적용 항목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33194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이름: 하입덕 추천 이름.</a:t>
            </a:r>
            <a:r>
              <a:rPr lang="ko-KR" alt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en-US" altLang="ko-KR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lang="ko-KR" alt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효리</a:t>
            </a:r>
            <a:r>
              <a:rPr lang="en-US" altLang="ko-KR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)</a:t>
            </a:r>
          </a:p>
        </p:txBody>
      </p:sp>
      <p:sp>
        <p:nvSpPr>
          <p:cNvPr id="8" name="Shape 6"/>
          <p:cNvSpPr/>
          <p:nvPr/>
        </p:nvSpPr>
        <p:spPr>
          <a:xfrm>
            <a:off x="621792" y="2509266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사용자 이름: 최종 ID.</a:t>
            </a:r>
            <a:r>
              <a:rPr lang="en-US" altLang="ko-KR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(hyori_log92)</a:t>
            </a:r>
          </a:p>
        </p:txBody>
      </p:sp>
      <p:sp>
        <p:nvSpPr>
          <p:cNvPr id="10" name="Shape 8"/>
          <p:cNvSpPr/>
          <p:nvPr/>
        </p:nvSpPr>
        <p:spPr>
          <a:xfrm>
            <a:off x="621792" y="3085338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소개글: 하입덕 프로필 소개글.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61410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59359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사진: 생성한 이미지.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68122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5658e2ab-710c-45fb-9450-d70d06899497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32812" y="1243584"/>
            <a:ext cx="5347857" cy="181051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623560" y="3337560"/>
            <a:ext cx="49834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Image 1" descr="/mnt/data/ab6607cc-8732-4575-b64c-631661658935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364129" y="3392424"/>
            <a:ext cx="3502342" cy="258775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11. TOP 8 키워드로 인스타 검색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돋보기 탭에서 하입덕 추천 키워드를 검색하고 자연스럽게 피드를 봅니다.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17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검색 방법</a:t>
            </a:r>
            <a:endParaRPr lang="en-US" sz="1550"/>
          </a:p>
        </p:txBody>
      </p:sp>
      <p:sp>
        <p:nvSpPr>
          <p:cNvPr id="6" name="Shape 4"/>
          <p:cNvSpPr/>
          <p:nvPr/>
        </p:nvSpPr>
        <p:spPr>
          <a:xfrm>
            <a:off x="621792" y="1942719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810512"/>
            <a:ext cx="363931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Instagram 돋보기 탭 클릭.</a:t>
            </a:r>
            <a:endParaRPr lang="en-US" sz="1120"/>
          </a:p>
        </p:txBody>
      </p:sp>
      <p:sp>
        <p:nvSpPr>
          <p:cNvPr id="8" name="Shape 6"/>
          <p:cNvSpPr/>
          <p:nvPr/>
        </p:nvSpPr>
        <p:spPr>
          <a:xfrm>
            <a:off x="621792" y="2518791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363931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하입덕 TOP 8 키워드 확인.</a:t>
            </a:r>
            <a:endParaRPr lang="en-US" sz="1120"/>
          </a:p>
        </p:txBody>
      </p:sp>
      <p:sp>
        <p:nvSpPr>
          <p:cNvPr id="10" name="Shape 8"/>
          <p:cNvSpPr/>
          <p:nvPr/>
        </p:nvSpPr>
        <p:spPr>
          <a:xfrm>
            <a:off x="621792" y="3094863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2962656"/>
            <a:ext cx="363931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PC에서는 키워드 앞에 #을 붙여 검색.</a:t>
            </a:r>
            <a:endParaRPr lang="en-US" sz="1120"/>
          </a:p>
        </p:txBody>
      </p:sp>
      <p:sp>
        <p:nvSpPr>
          <p:cNvPr id="12" name="Shape 10"/>
          <p:cNvSpPr/>
          <p:nvPr/>
        </p:nvSpPr>
        <p:spPr>
          <a:xfrm>
            <a:off x="621792" y="3670935"/>
            <a:ext cx="164592" cy="164592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3639312" cy="4297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/>
            </a:pPr>
            <a:r>
              <a:rPr lang="en-US" sz="11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예: #직장인, #자취, #퇴근, #집밥.</a:t>
            </a:r>
            <a:endParaRPr lang="en-US" sz="1120"/>
          </a:p>
        </p:txBody>
      </p:sp>
      <p:sp>
        <p:nvSpPr>
          <p:cNvPr id="14" name="Shape 12"/>
          <p:cNvSpPr/>
          <p:nvPr/>
        </p:nvSpPr>
        <p:spPr>
          <a:xfrm>
            <a:off x="4892040" y="1097280"/>
            <a:ext cx="65379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3cf8f383-53a1-481d-ae3c-2bd5f091ccd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31927" y="1152144"/>
            <a:ext cx="3858186" cy="222199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892040" y="3675888"/>
            <a:ext cx="6537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5E7EB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2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Image 1" descr="/mnt/data/8ecc63a2-729c-409c-a86b-320316694514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06057" y="3730752"/>
            <a:ext cx="3509927" cy="213055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3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12. 사람처럼 자연스럽게 활동하기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목적은 숫자 채우기가 아니라 계정의 관심사 방향을 잡는 것입니다.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94A3B8"/>
                </a:solidFill>
                <a:latin typeface="Noto Sans CJK KR"/>
                <a:ea typeface="Noto Sans CJK KR"/>
                <a:cs typeface="Noto Sans CJK KR"/>
              </a:rPr>
              <a:t>DAY 1 사전 세팅 · 18</a:t>
            </a:r>
            <a:endParaRPr lang="en-US" sz="700"/>
          </a:p>
        </p:txBody>
      </p:sp>
      <p:sp>
        <p:nvSpPr>
          <p:cNvPr id="5" name="Text 3"/>
          <p:cNvSpPr/>
          <p:nvPr/>
        </p:nvSpPr>
        <p:spPr>
          <a:xfrm>
            <a:off x="868680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6A34A"/>
                </a:solidFill>
                <a:latin typeface="Noto Sans CJK KR"/>
                <a:ea typeface="Noto Sans CJK KR"/>
                <a:cs typeface="Noto Sans CJK KR"/>
              </a:rPr>
              <a:t>해야 할 것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868680" y="1737360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78992" y="18745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릴스·게시물·피드를 평소처럼 보기.</a:t>
            </a:r>
            <a:endParaRPr lang="en-US" sz="1080"/>
          </a:p>
        </p:txBody>
      </p:sp>
      <p:sp>
        <p:nvSpPr>
          <p:cNvPr id="8" name="Shape 6"/>
          <p:cNvSpPr/>
          <p:nvPr/>
        </p:nvSpPr>
        <p:spPr>
          <a:xfrm>
            <a:off x="868680" y="2432304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78992" y="256946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TOP 8 키워드와 관련된 콘텐츠 확인.</a:t>
            </a:r>
            <a:endParaRPr lang="en-US" sz="1080"/>
          </a:p>
        </p:txBody>
      </p:sp>
      <p:sp>
        <p:nvSpPr>
          <p:cNvPr id="10" name="Shape 8"/>
          <p:cNvSpPr/>
          <p:nvPr/>
        </p:nvSpPr>
        <p:spPr>
          <a:xfrm>
            <a:off x="868680" y="3127248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078992" y="326440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실제 관심 있는 글에만 자연스럽게 반응.</a:t>
            </a:r>
            <a:endParaRPr lang="en-US" sz="1080"/>
          </a:p>
        </p:txBody>
      </p:sp>
      <p:sp>
        <p:nvSpPr>
          <p:cNvPr id="12" name="Shape 10"/>
          <p:cNvSpPr/>
          <p:nvPr/>
        </p:nvSpPr>
        <p:spPr>
          <a:xfrm>
            <a:off x="868680" y="3822192"/>
            <a:ext cx="47548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78992" y="39593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8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계정 방향이 추천탭에 반영되는지 관찰.</a:t>
            </a:r>
            <a:endParaRPr lang="en-US" sz="1080"/>
          </a:p>
        </p:txBody>
      </p:sp>
      <p:sp>
        <p:nvSpPr>
          <p:cNvPr id="14" name="Text 12"/>
          <p:cNvSpPr/>
          <p:nvPr/>
        </p:nvSpPr>
        <p:spPr>
          <a:xfrm>
            <a:off x="6492240" y="1280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EF4444"/>
                </a:solidFill>
                <a:latin typeface="Noto Sans CJK KR"/>
                <a:ea typeface="Noto Sans CJK KR"/>
                <a:cs typeface="Noto Sans CJK KR"/>
              </a:rPr>
              <a:t>하지 말 것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93408" y="1847088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7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짧은 시간에 좋아요 연속 누르기.</a:t>
            </a:r>
            <a:endParaRPr lang="en-US" sz="970"/>
          </a:p>
        </p:txBody>
      </p:sp>
      <p:sp>
        <p:nvSpPr>
          <p:cNvPr id="17" name="Shape 15"/>
          <p:cNvSpPr/>
          <p:nvPr/>
        </p:nvSpPr>
        <p:spPr>
          <a:xfrm>
            <a:off x="6492240" y="2304288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93408" y="2414016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7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여러 계정 한꺼번에 팔로우하기.</a:t>
            </a:r>
            <a:endParaRPr lang="en-US" sz="970"/>
          </a:p>
        </p:txBody>
      </p:sp>
      <p:sp>
        <p:nvSpPr>
          <p:cNvPr id="19" name="Shape 17"/>
          <p:cNvSpPr/>
          <p:nvPr/>
        </p:nvSpPr>
        <p:spPr>
          <a:xfrm>
            <a:off x="6492240" y="2871216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693408" y="2980944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7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복붙 댓글 반복하기.</a:t>
            </a:r>
            <a:endParaRPr lang="en-US" sz="970"/>
          </a:p>
        </p:txBody>
      </p:sp>
      <p:sp>
        <p:nvSpPr>
          <p:cNvPr id="21" name="Shape 19"/>
          <p:cNvSpPr/>
          <p:nvPr/>
        </p:nvSpPr>
        <p:spPr>
          <a:xfrm>
            <a:off x="6492240" y="3438144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693408" y="3547872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7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홍보성 게시물 올리기.</a:t>
            </a:r>
            <a:endParaRPr lang="en-US" sz="970"/>
          </a:p>
        </p:txBody>
      </p:sp>
      <p:sp>
        <p:nvSpPr>
          <p:cNvPr id="23" name="Shape 21"/>
          <p:cNvSpPr/>
          <p:nvPr/>
        </p:nvSpPr>
        <p:spPr>
          <a:xfrm>
            <a:off x="6492240" y="4005072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93408" y="4114800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7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계속 수정하기.</a:t>
            </a:r>
            <a:endParaRPr lang="en-US" sz="970"/>
          </a:p>
        </p:txBody>
      </p:sp>
      <p:sp>
        <p:nvSpPr>
          <p:cNvPr id="25" name="Shape 23"/>
          <p:cNvSpPr/>
          <p:nvPr/>
        </p:nvSpPr>
        <p:spPr>
          <a:xfrm>
            <a:off x="6492240" y="4572000"/>
            <a:ext cx="4800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693408" y="4681728"/>
            <a:ext cx="443484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7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여러 기기나 계정 반복 전환하기.</a:t>
            </a:r>
            <a:endParaRPr lang="en-US" sz="970"/>
          </a:p>
        </p:txBody>
      </p:sp>
      <p:sp>
        <p:nvSpPr>
          <p:cNvPr id="27" name="Shape 25"/>
          <p:cNvSpPr/>
          <p:nvPr/>
        </p:nvSpPr>
        <p:spPr>
          <a:xfrm>
            <a:off x="2011680" y="592531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FF7ED"/>
          </a:solidFill>
          <a:ln w="12700">
            <a:solidFill>
              <a:srgbClr val="FED7AA">
                <a:alpha val="8500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176272" y="6053328"/>
            <a:ext cx="7808976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920" b="1">
                <a:solidFill>
                  <a:srgbClr val="9A3412"/>
                </a:solidFill>
                <a:latin typeface="Noto Sans CJK KR"/>
                <a:ea typeface="Noto Sans CJK KR"/>
                <a:cs typeface="Noto Sans CJK KR"/>
              </a:rPr>
              <a:t>DAY 1의 핵심은 “자연스러운 사용”입니다. 억지 행동을 만들지 마세요.</a:t>
            </a:r>
            <a:endParaRPr lang="en-US" sz="92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완료 체크리스트</a:t>
            </a:r>
            <a:endParaRPr lang="en-US" sz="23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아래 항목이 끝났다면 DAY 1은 완료입니다.</a:t>
            </a:r>
            <a:endParaRPr lang="en-US" sz="95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94A3B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사전 세팅 · 19</a:t>
            </a:r>
            <a:endParaRPr lang="en-US" sz="70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하입덕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50392" y="20848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124712" y="2075688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확장프로그램 설치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850392" y="256032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124712" y="2551176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 → 계정 연결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850392" y="30358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124712" y="3026664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제휴마케팅 세팅 완료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850392" y="35112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124712" y="350215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일상글까지 생성 후 저장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850392" y="398678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4712" y="3977640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ID 수정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850392" y="446227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1124712" y="4453128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프로필 이미지 생성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416552" y="128016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계정 준비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4672584" y="20848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4946904" y="2075688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 계정 생성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4672584" y="256032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946904" y="2551176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Instagram 신규 가입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4672584" y="30358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946904" y="3026664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이름·ID 적용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4672584" y="35112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4946904" y="350215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소개글 적용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4672584" y="398678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4946904" y="3977640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프로필 이미지 적용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8238744" y="1280160"/>
            <a:ext cx="3429000" cy="43891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94776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6D5DF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인지작업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8494776" y="2084832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8769096" y="2075688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 8 키워드 검색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8494776" y="256032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8769096" y="2551176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릴스·게시물 자연스럽게 확인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8494776" y="3035808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8769096" y="3026664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사람처럼 활동</a:t>
            </a:r>
            <a:endParaRPr lang="en-US" sz="950"/>
          </a:p>
        </p:txBody>
      </p:sp>
      <p:sp>
        <p:nvSpPr>
          <p:cNvPr id="39" name="Text 37"/>
          <p:cNvSpPr/>
          <p:nvPr/>
        </p:nvSpPr>
        <p:spPr>
          <a:xfrm>
            <a:off x="8494776" y="3511296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8769096" y="3502152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Threads는 아직 가입하지 않기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8494776" y="3986784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☐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8769096" y="3977640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제휴 링크·상품글 금지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2377440" y="5897880"/>
            <a:ext cx="7452360" cy="502920"/>
          </a:xfrm>
          <a:prstGeom prst="roundRect">
            <a:avLst>
              <a:gd name="adj" fmla="val 14545"/>
            </a:avLst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6053328"/>
            <a:ext cx="7086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완료 후 DAY 2에서 노트북으로 Threads 신규 가입을 진행합니다.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1272</Words>
  <Application>Microsoft Office PowerPoint</Application>
  <PresentationFormat>와이드스크린</PresentationFormat>
  <Paragraphs>244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HypeDuck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Affiliate DAY 1 사전 세팅</dc:title>
  <dc:subject>Threads Affiliate Day 1 Pre-setting</dc:subject>
  <dc:creator>OpenAI</dc:creator>
  <cp:lastModifiedBy>용 최</cp:lastModifiedBy>
  <cp:revision>1</cp:revision>
  <dcterms:created xsi:type="dcterms:W3CDTF">2026-09-08T12:21:14Z</dcterms:created>
  <dcterms:modified xsi:type="dcterms:W3CDTF">2026-09-24T08:08:09Z</dcterms:modified>
</cp:coreProperties>
</file>